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7" r:id="rId2"/>
    <p:sldId id="258" r:id="rId3"/>
    <p:sldId id="259" r:id="rId4"/>
    <p:sldId id="276" r:id="rId5"/>
    <p:sldId id="277" r:id="rId6"/>
    <p:sldId id="286" r:id="rId7"/>
    <p:sldId id="279" r:id="rId8"/>
    <p:sldId id="294" r:id="rId9"/>
    <p:sldId id="295" r:id="rId10"/>
    <p:sldId id="298" r:id="rId11"/>
    <p:sldId id="297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9" r:id="rId22"/>
    <p:sldId id="310" r:id="rId23"/>
    <p:sldId id="311" r:id="rId24"/>
    <p:sldId id="312" r:id="rId25"/>
    <p:sldId id="313" r:id="rId26"/>
    <p:sldId id="314" r:id="rId27"/>
    <p:sldId id="308" r:id="rId28"/>
    <p:sldId id="315" r:id="rId29"/>
    <p:sldId id="316" r:id="rId30"/>
    <p:sldId id="317" r:id="rId31"/>
    <p:sldId id="280" r:id="rId3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2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7481F0-0612-4A10-9F58-28C442AA5D12}" type="datetimeFigureOut">
              <a:rPr lang="zh-TW" altLang="en-US" smtClean="0"/>
              <a:t>2020/12/10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795559-0A19-4D20-B231-285EF3660A6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4416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50AEF4-BDFE-4727-BF24-AD54F02E7CD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1214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9BB06-7EE2-456A-B3F0-372892F1843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172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9BB06-7EE2-456A-B3F0-372892F1843D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827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F1ADB-5708-424B-B98F-4FE8806552F9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4392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F1ADB-5708-424B-B98F-4FE8806552F9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2838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9BB06-7EE2-456A-B3F0-372892F1843D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395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9BB06-7EE2-456A-B3F0-372892F1843D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5543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9BB06-7EE2-456A-B3F0-372892F1843D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6452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9BB06-7EE2-456A-B3F0-372892F1843D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0156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9BB06-7EE2-456A-B3F0-372892F1843D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29996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9BB06-7EE2-456A-B3F0-372892F1843D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2210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9BB06-7EE2-456A-B3F0-372892F1843D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2595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9BB06-7EE2-456A-B3F0-372892F1843D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1756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9BB06-7EE2-456A-B3F0-372892F1843D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2970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9BB06-7EE2-456A-B3F0-372892F1843D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9939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9BB06-7EE2-456A-B3F0-372892F1843D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8233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9BB06-7EE2-456A-B3F0-372892F1843D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1169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9BB06-7EE2-456A-B3F0-372892F1843D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9399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9BB06-7EE2-456A-B3F0-372892F1843D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29343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9BB06-7EE2-456A-B3F0-372892F1843D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8225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9BB06-7EE2-456A-B3F0-372892F1843D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2705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9BB06-7EE2-456A-B3F0-372892F1843D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22672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9BB06-7EE2-456A-B3F0-372892F1843D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1732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9BB06-7EE2-456A-B3F0-372892F1843D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0431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9BB06-7EE2-456A-B3F0-372892F1843D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22515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9BB06-7EE2-456A-B3F0-372892F1843D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29816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9BB06-7EE2-456A-B3F0-372892F1843D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3962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9BB06-7EE2-456A-B3F0-372892F1843D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2941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9BB06-7EE2-456A-B3F0-372892F1843D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7363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9BB06-7EE2-456A-B3F0-372892F1843D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9567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50AEF4-BDFE-4727-BF24-AD54F02E7CD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3814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51" indent="0" algn="ctr">
              <a:buNone/>
              <a:defRPr sz="1999"/>
            </a:lvl2pPr>
            <a:lvl3pPr marL="914103" indent="0" algn="ctr">
              <a:buNone/>
              <a:defRPr sz="1799"/>
            </a:lvl3pPr>
            <a:lvl4pPr marL="1371154" indent="0" algn="ctr">
              <a:buNone/>
              <a:defRPr sz="1599"/>
            </a:lvl4pPr>
            <a:lvl5pPr marL="1828206" indent="0" algn="ctr">
              <a:buNone/>
              <a:defRPr sz="1599"/>
            </a:lvl5pPr>
            <a:lvl6pPr marL="2285257" indent="0" algn="ctr">
              <a:buNone/>
              <a:defRPr sz="1599"/>
            </a:lvl6pPr>
            <a:lvl7pPr marL="2742308" indent="0" algn="ctr">
              <a:buNone/>
              <a:defRPr sz="1599"/>
            </a:lvl7pPr>
            <a:lvl8pPr marL="3199360" indent="0" algn="ctr">
              <a:buNone/>
              <a:defRPr sz="1599"/>
            </a:lvl8pPr>
            <a:lvl9pPr marL="3656411" indent="0" algn="ctr">
              <a:buNone/>
              <a:defRPr sz="1599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ABB74-4D87-4262-9DF3-FEED254662BB}" type="datetimeFigureOut">
              <a:rPr lang="zh-CN" altLang="en-US" smtClean="0"/>
              <a:t>2020/12/10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EA3F-5985-4DC4-8157-9881354D6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025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ABB74-4D87-4262-9DF3-FEED254662BB}" type="datetimeFigureOut">
              <a:rPr lang="zh-CN" altLang="en-US" smtClean="0"/>
              <a:t>2020/12/10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EA3F-5985-4DC4-8157-9881354D6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074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8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51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0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54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4pPr>
            <a:lvl5pPr marL="1828206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5pPr>
            <a:lvl6pPr marL="2285257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6pPr>
            <a:lvl7pPr marL="274230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7pPr>
            <a:lvl8pPr marL="3199360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8pPr>
            <a:lvl9pPr marL="3656411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ABB74-4D87-4262-9DF3-FEED254662BB}" type="datetimeFigureOut">
              <a:rPr lang="zh-CN" altLang="en-US" smtClean="0"/>
              <a:t>2020/12/10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EA3F-5985-4DC4-8157-9881354D6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085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6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6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ABB74-4D87-4262-9DF3-FEED254662BB}" type="datetimeFigureOut">
              <a:rPr lang="zh-CN" altLang="en-US" smtClean="0"/>
              <a:t>2020/12/10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EA3F-5985-4DC4-8157-9881354D6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0156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51" indent="0">
              <a:buNone/>
              <a:defRPr sz="1999" b="1"/>
            </a:lvl2pPr>
            <a:lvl3pPr marL="914103" indent="0">
              <a:buNone/>
              <a:defRPr sz="1799" b="1"/>
            </a:lvl3pPr>
            <a:lvl4pPr marL="1371154" indent="0">
              <a:buNone/>
              <a:defRPr sz="1599" b="1"/>
            </a:lvl4pPr>
            <a:lvl5pPr marL="1828206" indent="0">
              <a:buNone/>
              <a:defRPr sz="1599" b="1"/>
            </a:lvl5pPr>
            <a:lvl6pPr marL="2285257" indent="0">
              <a:buNone/>
              <a:defRPr sz="1599" b="1"/>
            </a:lvl6pPr>
            <a:lvl7pPr marL="2742308" indent="0">
              <a:buNone/>
              <a:defRPr sz="1599" b="1"/>
            </a:lvl7pPr>
            <a:lvl8pPr marL="3199360" indent="0">
              <a:buNone/>
              <a:defRPr sz="1599" b="1"/>
            </a:lvl8pPr>
            <a:lvl9pPr marL="3656411" indent="0">
              <a:buNone/>
              <a:defRPr sz="1599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4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51" indent="0">
              <a:buNone/>
              <a:defRPr sz="1999" b="1"/>
            </a:lvl2pPr>
            <a:lvl3pPr marL="914103" indent="0">
              <a:buNone/>
              <a:defRPr sz="1799" b="1"/>
            </a:lvl3pPr>
            <a:lvl4pPr marL="1371154" indent="0">
              <a:buNone/>
              <a:defRPr sz="1599" b="1"/>
            </a:lvl4pPr>
            <a:lvl5pPr marL="1828206" indent="0">
              <a:buNone/>
              <a:defRPr sz="1599" b="1"/>
            </a:lvl5pPr>
            <a:lvl6pPr marL="2285257" indent="0">
              <a:buNone/>
              <a:defRPr sz="1599" b="1"/>
            </a:lvl6pPr>
            <a:lvl7pPr marL="2742308" indent="0">
              <a:buNone/>
              <a:defRPr sz="1599" b="1"/>
            </a:lvl7pPr>
            <a:lvl8pPr marL="3199360" indent="0">
              <a:buNone/>
              <a:defRPr sz="1599" b="1"/>
            </a:lvl8pPr>
            <a:lvl9pPr marL="3656411" indent="0">
              <a:buNone/>
              <a:defRPr sz="1599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4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ABB74-4D87-4262-9DF3-FEED254662BB}" type="datetimeFigureOut">
              <a:rPr lang="zh-CN" altLang="en-US" smtClean="0"/>
              <a:t>2020/12/10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EA3F-5985-4DC4-8157-9881354D619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7574720" y="6530639"/>
            <a:ext cx="1033515" cy="296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804"/>
            <a:r>
              <a:rPr lang="en-US" altLang="zh-CN" sz="133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33" dirty="0">
                <a:solidFill>
                  <a:prstClr val="white"/>
                </a:solidFill>
                <a:ea typeface="宋体"/>
              </a:rPr>
              <a:t>模板下载：</a:t>
            </a:r>
            <a:r>
              <a:rPr lang="en-US" altLang="zh-CN" sz="133" dirty="0">
                <a:solidFill>
                  <a:prstClr val="white"/>
                </a:solidFill>
                <a:ea typeface="宋体"/>
              </a:rPr>
              <a:t>www.1ppt.com/moban/     </a:t>
            </a:r>
            <a:r>
              <a:rPr lang="zh-CN" altLang="en-US" sz="133" dirty="0">
                <a:solidFill>
                  <a:prstClr val="white"/>
                </a:solidFill>
                <a:ea typeface="宋体"/>
              </a:rPr>
              <a:t>行业</a:t>
            </a:r>
            <a:r>
              <a:rPr lang="en-US" altLang="zh-CN" sz="133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33" dirty="0">
                <a:solidFill>
                  <a:prstClr val="white"/>
                </a:solidFill>
                <a:ea typeface="宋体"/>
              </a:rPr>
              <a:t>模板：</a:t>
            </a:r>
            <a:r>
              <a:rPr lang="en-US" altLang="zh-CN" sz="133" dirty="0">
                <a:solidFill>
                  <a:prstClr val="white"/>
                </a:solidFill>
                <a:ea typeface="宋体"/>
              </a:rPr>
              <a:t>www.1ppt.com/hangye/ </a:t>
            </a:r>
          </a:p>
          <a:p>
            <a:pPr defTabSz="1218804"/>
            <a:r>
              <a:rPr lang="zh-CN" altLang="en-US" sz="133" dirty="0">
                <a:solidFill>
                  <a:prstClr val="white"/>
                </a:solidFill>
                <a:ea typeface="宋体"/>
              </a:rPr>
              <a:t>节日</a:t>
            </a:r>
            <a:r>
              <a:rPr lang="en-US" altLang="zh-CN" sz="133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33" dirty="0">
                <a:solidFill>
                  <a:prstClr val="white"/>
                </a:solidFill>
                <a:ea typeface="宋体"/>
              </a:rPr>
              <a:t>模板：</a:t>
            </a:r>
            <a:r>
              <a:rPr lang="en-US" altLang="zh-CN" sz="133" dirty="0">
                <a:solidFill>
                  <a:prstClr val="white"/>
                </a:solidFill>
                <a:ea typeface="宋体"/>
              </a:rPr>
              <a:t>www.1ppt.com/jieri/           PPT</a:t>
            </a:r>
            <a:r>
              <a:rPr lang="zh-CN" altLang="en-US" sz="133" dirty="0">
                <a:solidFill>
                  <a:prstClr val="white"/>
                </a:solidFill>
                <a:ea typeface="宋体"/>
              </a:rPr>
              <a:t>素材下载：</a:t>
            </a:r>
            <a:r>
              <a:rPr lang="en-US" altLang="zh-CN" sz="133" dirty="0">
                <a:solidFill>
                  <a:prstClr val="white"/>
                </a:solidFill>
                <a:ea typeface="宋体"/>
              </a:rPr>
              <a:t>www.1ppt.com/sucai/</a:t>
            </a:r>
          </a:p>
          <a:p>
            <a:pPr defTabSz="1218804"/>
            <a:r>
              <a:rPr lang="en-US" altLang="zh-CN" sz="133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33" dirty="0">
                <a:solidFill>
                  <a:prstClr val="white"/>
                </a:solidFill>
                <a:ea typeface="宋体"/>
              </a:rPr>
              <a:t>背景图片：</a:t>
            </a:r>
            <a:r>
              <a:rPr lang="en-US" altLang="zh-CN" sz="133" dirty="0">
                <a:solidFill>
                  <a:prstClr val="white"/>
                </a:solidFill>
                <a:ea typeface="宋体"/>
              </a:rPr>
              <a:t>www.1ppt.com/beijing/      PPT</a:t>
            </a:r>
            <a:r>
              <a:rPr lang="zh-CN" altLang="en-US" sz="133" dirty="0">
                <a:solidFill>
                  <a:prstClr val="white"/>
                </a:solidFill>
                <a:ea typeface="宋体"/>
              </a:rPr>
              <a:t>图表下载：</a:t>
            </a:r>
            <a:r>
              <a:rPr lang="en-US" altLang="zh-CN" sz="133" dirty="0">
                <a:solidFill>
                  <a:prstClr val="white"/>
                </a:solidFill>
                <a:ea typeface="宋体"/>
              </a:rPr>
              <a:t>www.1ppt.com/tubiao/      </a:t>
            </a:r>
          </a:p>
          <a:p>
            <a:pPr defTabSz="1218804"/>
            <a:r>
              <a:rPr lang="zh-CN" altLang="en-US" sz="133" dirty="0">
                <a:solidFill>
                  <a:prstClr val="white"/>
                </a:solidFill>
                <a:ea typeface="宋体"/>
              </a:rPr>
              <a:t>优秀</a:t>
            </a:r>
            <a:r>
              <a:rPr lang="en-US" altLang="zh-CN" sz="133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33" dirty="0">
                <a:solidFill>
                  <a:prstClr val="white"/>
                </a:solidFill>
                <a:ea typeface="宋体"/>
              </a:rPr>
              <a:t>下载：</a:t>
            </a:r>
            <a:r>
              <a:rPr lang="en-US" altLang="zh-CN" sz="133" dirty="0">
                <a:solidFill>
                  <a:prstClr val="white"/>
                </a:solidFill>
                <a:ea typeface="宋体"/>
              </a:rPr>
              <a:t>www.1ppt.com/xiazai/        PPT</a:t>
            </a:r>
            <a:r>
              <a:rPr lang="zh-CN" altLang="en-US" sz="133" dirty="0">
                <a:solidFill>
                  <a:prstClr val="white"/>
                </a:solidFill>
                <a:ea typeface="宋体"/>
              </a:rPr>
              <a:t>教程： </a:t>
            </a:r>
            <a:r>
              <a:rPr lang="en-US" altLang="zh-CN" sz="133" dirty="0">
                <a:solidFill>
                  <a:prstClr val="white"/>
                </a:solidFill>
                <a:ea typeface="宋体"/>
              </a:rPr>
              <a:t>www.1ppt.com/powerpoint/      </a:t>
            </a:r>
          </a:p>
          <a:p>
            <a:pPr defTabSz="1218804"/>
            <a:r>
              <a:rPr lang="en-US" altLang="zh-CN" sz="133" dirty="0">
                <a:solidFill>
                  <a:prstClr val="white"/>
                </a:solidFill>
                <a:ea typeface="宋体"/>
              </a:rPr>
              <a:t>Word</a:t>
            </a:r>
            <a:r>
              <a:rPr lang="zh-CN" altLang="en-US" sz="133" dirty="0">
                <a:solidFill>
                  <a:prstClr val="white"/>
                </a:solidFill>
                <a:ea typeface="宋体"/>
              </a:rPr>
              <a:t>教程： </a:t>
            </a:r>
            <a:r>
              <a:rPr lang="en-US" altLang="zh-CN" sz="133" dirty="0">
                <a:solidFill>
                  <a:prstClr val="white"/>
                </a:solidFill>
                <a:ea typeface="宋体"/>
              </a:rPr>
              <a:t>www.1ppt.com/word/              Excel</a:t>
            </a:r>
            <a:r>
              <a:rPr lang="zh-CN" altLang="en-US" sz="133" dirty="0">
                <a:solidFill>
                  <a:prstClr val="white"/>
                </a:solidFill>
                <a:ea typeface="宋体"/>
              </a:rPr>
              <a:t>教程：</a:t>
            </a:r>
            <a:r>
              <a:rPr lang="en-US" altLang="zh-CN" sz="133" dirty="0">
                <a:solidFill>
                  <a:prstClr val="white"/>
                </a:solidFill>
                <a:ea typeface="宋体"/>
              </a:rPr>
              <a:t>www.1ppt.com/excel/  </a:t>
            </a:r>
          </a:p>
          <a:p>
            <a:pPr defTabSz="1218804"/>
            <a:r>
              <a:rPr lang="zh-CN" altLang="en-US" sz="133" dirty="0">
                <a:solidFill>
                  <a:prstClr val="white"/>
                </a:solidFill>
                <a:ea typeface="宋体"/>
              </a:rPr>
              <a:t>资料下载：</a:t>
            </a:r>
            <a:r>
              <a:rPr lang="en-US" altLang="zh-CN" sz="133" dirty="0">
                <a:solidFill>
                  <a:prstClr val="white"/>
                </a:solidFill>
                <a:ea typeface="宋体"/>
              </a:rPr>
              <a:t>www.1ppt.com/ziliao/                PPT</a:t>
            </a:r>
            <a:r>
              <a:rPr lang="zh-CN" altLang="en-US" sz="133" dirty="0">
                <a:solidFill>
                  <a:prstClr val="white"/>
                </a:solidFill>
                <a:ea typeface="宋体"/>
              </a:rPr>
              <a:t>课件下载：</a:t>
            </a:r>
            <a:r>
              <a:rPr lang="en-US" altLang="zh-CN" sz="133" dirty="0">
                <a:solidFill>
                  <a:prstClr val="white"/>
                </a:solidFill>
                <a:ea typeface="宋体"/>
              </a:rPr>
              <a:t>www.1ppt.com/kejian/ </a:t>
            </a:r>
          </a:p>
          <a:p>
            <a:pPr defTabSz="1218804"/>
            <a:r>
              <a:rPr lang="zh-CN" altLang="en-US" sz="133" dirty="0">
                <a:solidFill>
                  <a:prstClr val="white"/>
                </a:solidFill>
                <a:ea typeface="宋体"/>
              </a:rPr>
              <a:t>范文下载：</a:t>
            </a:r>
            <a:r>
              <a:rPr lang="en-US" altLang="zh-CN" sz="133" dirty="0">
                <a:solidFill>
                  <a:prstClr val="white"/>
                </a:solidFill>
                <a:ea typeface="宋体"/>
              </a:rPr>
              <a:t>www.1ppt.com/fanwen/             </a:t>
            </a:r>
            <a:r>
              <a:rPr lang="zh-CN" altLang="en-US" sz="133" dirty="0">
                <a:solidFill>
                  <a:prstClr val="white"/>
                </a:solidFill>
                <a:ea typeface="宋体"/>
              </a:rPr>
              <a:t>试卷下载：</a:t>
            </a:r>
            <a:r>
              <a:rPr lang="en-US" altLang="zh-CN" sz="133" dirty="0">
                <a:solidFill>
                  <a:prstClr val="white"/>
                </a:solidFill>
                <a:ea typeface="宋体"/>
              </a:rPr>
              <a:t>www.1ppt.com/shiti/  </a:t>
            </a:r>
          </a:p>
          <a:p>
            <a:pPr defTabSz="1218804"/>
            <a:r>
              <a:rPr lang="zh-CN" altLang="en-US" sz="133" dirty="0">
                <a:solidFill>
                  <a:prstClr val="white"/>
                </a:solidFill>
                <a:ea typeface="宋体"/>
              </a:rPr>
              <a:t>教案下载：</a:t>
            </a:r>
            <a:r>
              <a:rPr lang="en-US" altLang="zh-CN" sz="133" dirty="0">
                <a:solidFill>
                  <a:prstClr val="white"/>
                </a:solidFill>
                <a:ea typeface="宋体"/>
              </a:rPr>
              <a:t>www.1ppt.com/jiaoan/        </a:t>
            </a:r>
          </a:p>
          <a:p>
            <a:pPr defTabSz="1218804"/>
            <a:r>
              <a:rPr lang="zh-CN" altLang="en-US" sz="133" dirty="0">
                <a:solidFill>
                  <a:prstClr val="white"/>
                </a:solidFill>
                <a:ea typeface="宋体"/>
              </a:rPr>
              <a:t>字体下载：</a:t>
            </a:r>
            <a:r>
              <a:rPr lang="en-US" altLang="zh-CN" sz="133" dirty="0">
                <a:solidFill>
                  <a:prstClr val="white"/>
                </a:solidFill>
                <a:ea typeface="宋体"/>
              </a:rPr>
              <a:t>www.1ppt.com/ziti/</a:t>
            </a:r>
          </a:p>
          <a:p>
            <a:pPr defTabSz="1218804"/>
            <a:r>
              <a:rPr lang="en-US" altLang="zh-CN" sz="133" dirty="0">
                <a:solidFill>
                  <a:prstClr val="white"/>
                </a:solidFill>
                <a:ea typeface="宋体"/>
              </a:rPr>
              <a:t> </a:t>
            </a:r>
            <a:endParaRPr lang="zh-CN" altLang="en-US" sz="133" dirty="0">
              <a:solidFill>
                <a:prstClr val="white"/>
              </a:solidFill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590156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ABB74-4D87-4262-9DF3-FEED254662BB}" type="datetimeFigureOut">
              <a:rPr lang="zh-CN" altLang="en-US" smtClean="0"/>
              <a:t>2020/12/10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EA3F-5985-4DC4-8157-9881354D6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817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ABB74-4D87-4262-9DF3-FEED254662BB}" type="datetimeFigureOut">
              <a:rPr lang="zh-CN" altLang="en-US" smtClean="0"/>
              <a:t>2020/12/10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EA3F-5985-4DC4-8157-9881354D619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F68D89A-C0B6-4A4C-936D-D5BFAFD3D6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558635" y="-305007"/>
            <a:ext cx="2151984" cy="104622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DF557C2-9684-419D-A182-9EB13966AAA4}"/>
              </a:ext>
            </a:extLst>
          </p:cNvPr>
          <p:cNvSpPr txBox="1"/>
          <p:nvPr userDrawn="1"/>
        </p:nvSpPr>
        <p:spPr>
          <a:xfrm>
            <a:off x="1666341" y="218105"/>
            <a:ext cx="2646878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399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单击此处添加标题</a:t>
            </a:r>
          </a:p>
        </p:txBody>
      </p:sp>
    </p:spTree>
    <p:extLst>
      <p:ext uri="{BB962C8B-B14F-4D97-AF65-F5344CB8AC3E}">
        <p14:creationId xmlns:p14="http://schemas.microsoft.com/office/powerpoint/2010/main" val="3800867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7" cy="1600201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399"/>
            <a:ext cx="3932237" cy="3811589"/>
          </a:xfrm>
        </p:spPr>
        <p:txBody>
          <a:bodyPr/>
          <a:lstStyle>
            <a:lvl1pPr marL="0" indent="0">
              <a:buNone/>
              <a:defRPr sz="1599"/>
            </a:lvl1pPr>
            <a:lvl2pPr marL="457051" indent="0">
              <a:buNone/>
              <a:defRPr sz="1400"/>
            </a:lvl2pPr>
            <a:lvl3pPr marL="914103" indent="0">
              <a:buNone/>
              <a:defRPr sz="1200"/>
            </a:lvl3pPr>
            <a:lvl4pPr marL="1371154" indent="0">
              <a:buNone/>
              <a:defRPr sz="1000"/>
            </a:lvl4pPr>
            <a:lvl5pPr marL="1828206" indent="0">
              <a:buNone/>
              <a:defRPr sz="1000"/>
            </a:lvl5pPr>
            <a:lvl6pPr marL="2285257" indent="0">
              <a:buNone/>
              <a:defRPr sz="1000"/>
            </a:lvl6pPr>
            <a:lvl7pPr marL="2742308" indent="0">
              <a:buNone/>
              <a:defRPr sz="1000"/>
            </a:lvl7pPr>
            <a:lvl8pPr marL="3199360" indent="0">
              <a:buNone/>
              <a:defRPr sz="1000"/>
            </a:lvl8pPr>
            <a:lvl9pPr marL="3656411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ABB74-4D87-4262-9DF3-FEED254662BB}" type="datetimeFigureOut">
              <a:rPr lang="zh-CN" altLang="en-US" smtClean="0"/>
              <a:t>2020/12/10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EA3F-5985-4DC4-8157-9881354D6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837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7" cy="1600201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199"/>
            </a:lvl1pPr>
            <a:lvl2pPr marL="457051" indent="0">
              <a:buNone/>
              <a:defRPr sz="2799"/>
            </a:lvl2pPr>
            <a:lvl3pPr marL="914103" indent="0">
              <a:buNone/>
              <a:defRPr sz="2399"/>
            </a:lvl3pPr>
            <a:lvl4pPr marL="1371154" indent="0">
              <a:buNone/>
              <a:defRPr sz="1999"/>
            </a:lvl4pPr>
            <a:lvl5pPr marL="1828206" indent="0">
              <a:buNone/>
              <a:defRPr sz="1999"/>
            </a:lvl5pPr>
            <a:lvl6pPr marL="2285257" indent="0">
              <a:buNone/>
              <a:defRPr sz="1999"/>
            </a:lvl6pPr>
            <a:lvl7pPr marL="2742308" indent="0">
              <a:buNone/>
              <a:defRPr sz="1999"/>
            </a:lvl7pPr>
            <a:lvl8pPr marL="3199360" indent="0">
              <a:buNone/>
              <a:defRPr sz="1999"/>
            </a:lvl8pPr>
            <a:lvl9pPr marL="3656411" indent="0">
              <a:buNone/>
              <a:defRPr sz="1999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399"/>
            <a:ext cx="3932237" cy="3811589"/>
          </a:xfrm>
        </p:spPr>
        <p:txBody>
          <a:bodyPr/>
          <a:lstStyle>
            <a:lvl1pPr marL="0" indent="0">
              <a:buNone/>
              <a:defRPr sz="1599"/>
            </a:lvl1pPr>
            <a:lvl2pPr marL="457051" indent="0">
              <a:buNone/>
              <a:defRPr sz="1400"/>
            </a:lvl2pPr>
            <a:lvl3pPr marL="914103" indent="0">
              <a:buNone/>
              <a:defRPr sz="1200"/>
            </a:lvl3pPr>
            <a:lvl4pPr marL="1371154" indent="0">
              <a:buNone/>
              <a:defRPr sz="1000"/>
            </a:lvl4pPr>
            <a:lvl5pPr marL="1828206" indent="0">
              <a:buNone/>
              <a:defRPr sz="1000"/>
            </a:lvl5pPr>
            <a:lvl6pPr marL="2285257" indent="0">
              <a:buNone/>
              <a:defRPr sz="1000"/>
            </a:lvl6pPr>
            <a:lvl7pPr marL="2742308" indent="0">
              <a:buNone/>
              <a:defRPr sz="1000"/>
            </a:lvl7pPr>
            <a:lvl8pPr marL="3199360" indent="0">
              <a:buNone/>
              <a:defRPr sz="1000"/>
            </a:lvl8pPr>
            <a:lvl9pPr marL="3656411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ABB74-4D87-4262-9DF3-FEED254662BB}" type="datetimeFigureOut">
              <a:rPr lang="zh-CN" altLang="en-US" smtClean="0"/>
              <a:t>2020/12/10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EA3F-5985-4DC4-8157-9881354D6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545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ABB74-4D87-4262-9DF3-FEED254662BB}" type="datetimeFigureOut">
              <a:rPr lang="zh-CN" altLang="en-US" smtClean="0"/>
              <a:t>2020/12/10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EA3F-5985-4DC4-8157-9881354D6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103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4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4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ABB74-4D87-4262-9DF3-FEED254662BB}" type="datetimeFigureOut">
              <a:rPr lang="zh-CN" altLang="en-US" smtClean="0"/>
              <a:t>2020/12/10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EA3F-5985-4DC4-8157-9881354D6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201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DABB74-4D87-4262-9DF3-FEED254662BB}" type="datetimeFigureOut">
              <a:rPr lang="zh-CN" altLang="en-US" smtClean="0"/>
              <a:t>2020/12/10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5DEA3F-5985-4DC4-8157-9881354D6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319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103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26" indent="-228526" algn="l" defTabSz="91410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77" indent="-228526" algn="l" defTabSz="9141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29" indent="-228526" algn="l" defTabSz="9141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680" indent="-228526" algn="l" defTabSz="9141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31" indent="-228526" algn="l" defTabSz="9141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783" indent="-228526" algn="l" defTabSz="9141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834" indent="-228526" algn="l" defTabSz="9141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886" indent="-228526" algn="l" defTabSz="9141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7" indent="-228526" algn="l" defTabSz="9141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51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03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54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06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257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08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360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411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62FC80D5-8F3B-4197-9E13-44EE815F76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0468"/>
          <a:stretch/>
        </p:blipFill>
        <p:spPr>
          <a:xfrm>
            <a:off x="5040536" y="3285075"/>
            <a:ext cx="7147705" cy="265333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46DF501-D3D6-4EFD-BD1D-8C9F86106C1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15030" y="1222119"/>
            <a:ext cx="1007490" cy="105546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2A4F5B7-B378-4A2D-8790-3FBF964135B2}"/>
              </a:ext>
            </a:extLst>
          </p:cNvPr>
          <p:cNvSpPr txBox="1"/>
          <p:nvPr/>
        </p:nvSpPr>
        <p:spPr>
          <a:xfrm>
            <a:off x="4776494" y="1046868"/>
            <a:ext cx="1046327" cy="297643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vert="eaVert" wrap="square" lIns="91384" tIns="45693" rIns="91384" bIns="45693" rtlCol="0">
            <a:spAutoFit/>
          </a:bodyPr>
          <a:lstStyle/>
          <a:p>
            <a:pPr algn="ctr" defTabSz="609402"/>
            <a:r>
              <a:rPr lang="zh-TW" altLang="en-US" sz="2800" b="1" dirty="0">
                <a:solidFill>
                  <a:srgbClr val="C00000"/>
                </a:solidFill>
                <a:latin typeface="方正兰亭细黑_GBK"/>
                <a:ea typeface="方正兰亭超细黑简体" panose="02000000000000000000" pitchFamily="2" charset="-122"/>
              </a:rPr>
              <a:t>離開時，</a:t>
            </a:r>
            <a:endParaRPr lang="en-US" altLang="zh-TW" sz="2800" b="1" dirty="0">
              <a:solidFill>
                <a:srgbClr val="C00000"/>
              </a:solidFill>
              <a:latin typeface="方正兰亭细黑_GBK"/>
              <a:ea typeface="方正兰亭超细黑简体" panose="02000000000000000000" pitchFamily="2" charset="-122"/>
            </a:endParaRPr>
          </a:p>
          <a:p>
            <a:pPr algn="ctr" defTabSz="609402"/>
            <a:r>
              <a:rPr lang="zh-TW" altLang="en-US" sz="2800" b="1" dirty="0">
                <a:solidFill>
                  <a:srgbClr val="C00000"/>
                </a:solidFill>
                <a:latin typeface="方正兰亭细黑_GBK"/>
                <a:ea typeface="方正兰亭超细黑简体" panose="02000000000000000000" pitchFamily="2" charset="-122"/>
              </a:rPr>
              <a:t>以我喜歡的樣子</a:t>
            </a:r>
            <a:endParaRPr lang="zh-CN" altLang="en-US" sz="2800" b="1" dirty="0">
              <a:solidFill>
                <a:srgbClr val="C00000"/>
              </a:solidFill>
              <a:latin typeface="方正兰亭细黑_GBK"/>
              <a:ea typeface="方正兰亭超细黑简体" panose="02000000000000000000" pitchFamily="2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1EAAC44-870E-4A6C-B89E-C5E626DF9A5A}"/>
              </a:ext>
            </a:extLst>
          </p:cNvPr>
          <p:cNvCxnSpPr>
            <a:cxnSpLocks/>
          </p:cNvCxnSpPr>
          <p:nvPr/>
        </p:nvCxnSpPr>
        <p:spPr>
          <a:xfrm>
            <a:off x="4713349" y="1046868"/>
            <a:ext cx="0" cy="402995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5CDC843F-130C-4A6F-A261-884C3AC5F392}"/>
              </a:ext>
            </a:extLst>
          </p:cNvPr>
          <p:cNvSpPr txBox="1"/>
          <p:nvPr/>
        </p:nvSpPr>
        <p:spPr>
          <a:xfrm>
            <a:off x="4037943" y="2315607"/>
            <a:ext cx="738551" cy="2239046"/>
          </a:xfrm>
          <a:prstGeom prst="rect">
            <a:avLst/>
          </a:prstGeom>
          <a:noFill/>
        </p:spPr>
        <p:txBody>
          <a:bodyPr vert="eaVert" wrap="square" lIns="91384" tIns="45693" rIns="91384" bIns="45693" rtlCol="0">
            <a:spAutoFit/>
          </a:bodyPr>
          <a:lstStyle/>
          <a:p>
            <a:pPr defTabSz="609402">
              <a:lnSpc>
                <a:spcPct val="150000"/>
              </a:lnSpc>
            </a:pPr>
            <a:r>
              <a:rPr lang="zh-TW" altLang="en-US" sz="2400" b="1" dirty="0">
                <a:solidFill>
                  <a:prstClr val="black">
                    <a:lumMod val="50000"/>
                    <a:lumOff val="50000"/>
                  </a:prstClr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作者  樹木希林</a:t>
            </a:r>
            <a:endParaRPr lang="zh-CN" altLang="en-US" sz="2400" b="1" dirty="0">
              <a:solidFill>
                <a:prstClr val="black">
                  <a:lumMod val="50000"/>
                  <a:lumOff val="50000"/>
                </a:prstClr>
              </a:solidFill>
              <a:latin typeface="等线 Light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259F1F-70AD-4908-9165-6F9E322C71D1}"/>
              </a:ext>
            </a:extLst>
          </p:cNvPr>
          <p:cNvSpPr txBox="1"/>
          <p:nvPr/>
        </p:nvSpPr>
        <p:spPr>
          <a:xfrm>
            <a:off x="3120363" y="3384369"/>
            <a:ext cx="600051" cy="1707698"/>
          </a:xfrm>
          <a:prstGeom prst="rect">
            <a:avLst/>
          </a:prstGeom>
          <a:noFill/>
        </p:spPr>
        <p:txBody>
          <a:bodyPr vert="eaVert" wrap="square" lIns="91384" tIns="45693" rIns="91384" bIns="45693" rtlCol="0">
            <a:spAutoFit/>
          </a:bodyPr>
          <a:lstStyle/>
          <a:p>
            <a:pPr defTabSz="609402">
              <a:lnSpc>
                <a:spcPct val="150000"/>
              </a:lnSpc>
            </a:pPr>
            <a:r>
              <a:rPr lang="zh-TW" altLang="en-US" b="1" dirty="0">
                <a:solidFill>
                  <a:schemeClr val="bg2">
                    <a:lumMod val="50000"/>
                  </a:schemeClr>
                </a:solidFill>
                <a:latin typeface="等线 Light" panose="02010600030101010101" pitchFamily="2" charset="-122"/>
                <a:ea typeface="等线" panose="02010600030101010101" pitchFamily="2" charset="-122"/>
              </a:rPr>
              <a:t>報告人   陳昱儒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等线 Light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E336B93-A97C-489F-ADF6-89E0839124F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28820" y="3444362"/>
            <a:ext cx="2508719" cy="3109376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66619CFE-3E06-4150-9CE3-C4B6405734B1}"/>
              </a:ext>
            </a:extLst>
          </p:cNvPr>
          <p:cNvGrpSpPr/>
          <p:nvPr/>
        </p:nvGrpSpPr>
        <p:grpSpPr>
          <a:xfrm>
            <a:off x="4821518" y="5048208"/>
            <a:ext cx="7707657" cy="2076106"/>
            <a:chOff x="4760558" y="5030795"/>
            <a:chExt cx="7707657" cy="2076106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6C791024-B5E4-4AD3-956F-E8916F9CC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60558" y="5030795"/>
              <a:ext cx="7707657" cy="2076106"/>
            </a:xfrm>
            <a:prstGeom prst="rect">
              <a:avLst/>
            </a:prstGeom>
          </p:spPr>
        </p:pic>
        <p:sp>
          <p:nvSpPr>
            <p:cNvPr id="4" name="手繪多邊形: 圖案 3">
              <a:extLst>
                <a:ext uri="{FF2B5EF4-FFF2-40B4-BE49-F238E27FC236}">
                  <a16:creationId xmlns:a16="http://schemas.microsoft.com/office/drawing/2014/main" id="{3EC06680-78D3-4DC6-AE2E-CD4EB87C6DB8}"/>
                </a:ext>
              </a:extLst>
            </p:cNvPr>
            <p:cNvSpPr/>
            <p:nvPr/>
          </p:nvSpPr>
          <p:spPr>
            <a:xfrm>
              <a:off x="10888664" y="6007900"/>
              <a:ext cx="1234756" cy="697700"/>
            </a:xfrm>
            <a:custGeom>
              <a:avLst/>
              <a:gdLst>
                <a:gd name="connsiteX0" fmla="*/ 358456 w 1234756"/>
                <a:gd name="connsiteY0" fmla="*/ 659600 h 697700"/>
                <a:gd name="connsiteX1" fmla="*/ 358456 w 1234756"/>
                <a:gd name="connsiteY1" fmla="*/ 659600 h 697700"/>
                <a:gd name="connsiteX2" fmla="*/ 335596 w 1234756"/>
                <a:gd name="connsiteY2" fmla="*/ 598640 h 697700"/>
                <a:gd name="connsiteX3" fmla="*/ 327976 w 1234756"/>
                <a:gd name="connsiteY3" fmla="*/ 575780 h 697700"/>
                <a:gd name="connsiteX4" fmla="*/ 312736 w 1234756"/>
                <a:gd name="connsiteY4" fmla="*/ 552920 h 697700"/>
                <a:gd name="connsiteX5" fmla="*/ 282256 w 1234756"/>
                <a:gd name="connsiteY5" fmla="*/ 499580 h 697700"/>
                <a:gd name="connsiteX6" fmla="*/ 236536 w 1234756"/>
                <a:gd name="connsiteY6" fmla="*/ 469100 h 697700"/>
                <a:gd name="connsiteX7" fmla="*/ 183196 w 1234756"/>
                <a:gd name="connsiteY7" fmla="*/ 446240 h 697700"/>
                <a:gd name="connsiteX8" fmla="*/ 137476 w 1234756"/>
                <a:gd name="connsiteY8" fmla="*/ 431000 h 697700"/>
                <a:gd name="connsiteX9" fmla="*/ 114616 w 1234756"/>
                <a:gd name="connsiteY9" fmla="*/ 423380 h 697700"/>
                <a:gd name="connsiteX10" fmla="*/ 91756 w 1234756"/>
                <a:gd name="connsiteY10" fmla="*/ 408140 h 697700"/>
                <a:gd name="connsiteX11" fmla="*/ 15556 w 1234756"/>
                <a:gd name="connsiteY11" fmla="*/ 400520 h 697700"/>
                <a:gd name="connsiteX12" fmla="*/ 7936 w 1234756"/>
                <a:gd name="connsiteY12" fmla="*/ 324320 h 697700"/>
                <a:gd name="connsiteX13" fmla="*/ 76516 w 1234756"/>
                <a:gd name="connsiteY13" fmla="*/ 293840 h 697700"/>
                <a:gd name="connsiteX14" fmla="*/ 106996 w 1234756"/>
                <a:gd name="connsiteY14" fmla="*/ 286220 h 697700"/>
                <a:gd name="connsiteX15" fmla="*/ 190816 w 1234756"/>
                <a:gd name="connsiteY15" fmla="*/ 270980 h 697700"/>
                <a:gd name="connsiteX16" fmla="*/ 259396 w 1234756"/>
                <a:gd name="connsiteY16" fmla="*/ 255740 h 697700"/>
                <a:gd name="connsiteX17" fmla="*/ 327976 w 1234756"/>
                <a:gd name="connsiteY17" fmla="*/ 202400 h 697700"/>
                <a:gd name="connsiteX18" fmla="*/ 366076 w 1234756"/>
                <a:gd name="connsiteY18" fmla="*/ 164300 h 697700"/>
                <a:gd name="connsiteX19" fmla="*/ 388936 w 1234756"/>
                <a:gd name="connsiteY19" fmla="*/ 156680 h 697700"/>
                <a:gd name="connsiteX20" fmla="*/ 434656 w 1234756"/>
                <a:gd name="connsiteY20" fmla="*/ 126200 h 697700"/>
                <a:gd name="connsiteX21" fmla="*/ 487996 w 1234756"/>
                <a:gd name="connsiteY21" fmla="*/ 110960 h 697700"/>
                <a:gd name="connsiteX22" fmla="*/ 510856 w 1234756"/>
                <a:gd name="connsiteY22" fmla="*/ 95720 h 697700"/>
                <a:gd name="connsiteX23" fmla="*/ 571816 w 1234756"/>
                <a:gd name="connsiteY23" fmla="*/ 42380 h 697700"/>
                <a:gd name="connsiteX24" fmla="*/ 594676 w 1234756"/>
                <a:gd name="connsiteY24" fmla="*/ 27140 h 697700"/>
                <a:gd name="connsiteX25" fmla="*/ 663256 w 1234756"/>
                <a:gd name="connsiteY25" fmla="*/ 11900 h 697700"/>
                <a:gd name="connsiteX26" fmla="*/ 747076 w 1234756"/>
                <a:gd name="connsiteY26" fmla="*/ 34760 h 697700"/>
                <a:gd name="connsiteX27" fmla="*/ 792796 w 1234756"/>
                <a:gd name="connsiteY27" fmla="*/ 65240 h 697700"/>
                <a:gd name="connsiteX28" fmla="*/ 838516 w 1234756"/>
                <a:gd name="connsiteY28" fmla="*/ 88100 h 697700"/>
                <a:gd name="connsiteX29" fmla="*/ 891856 w 1234756"/>
                <a:gd name="connsiteY29" fmla="*/ 118580 h 697700"/>
                <a:gd name="connsiteX30" fmla="*/ 945196 w 1234756"/>
                <a:gd name="connsiteY30" fmla="*/ 187160 h 697700"/>
                <a:gd name="connsiteX31" fmla="*/ 968056 w 1234756"/>
                <a:gd name="connsiteY31" fmla="*/ 194780 h 697700"/>
                <a:gd name="connsiteX32" fmla="*/ 990916 w 1234756"/>
                <a:gd name="connsiteY32" fmla="*/ 217640 h 697700"/>
                <a:gd name="connsiteX33" fmla="*/ 1051876 w 1234756"/>
                <a:gd name="connsiteY33" fmla="*/ 248120 h 697700"/>
                <a:gd name="connsiteX34" fmla="*/ 1082356 w 1234756"/>
                <a:gd name="connsiteY34" fmla="*/ 263360 h 697700"/>
                <a:gd name="connsiteX35" fmla="*/ 1128076 w 1234756"/>
                <a:gd name="connsiteY35" fmla="*/ 293840 h 697700"/>
                <a:gd name="connsiteX36" fmla="*/ 1196656 w 1234756"/>
                <a:gd name="connsiteY36" fmla="*/ 324320 h 697700"/>
                <a:gd name="connsiteX37" fmla="*/ 1227136 w 1234756"/>
                <a:gd name="connsiteY37" fmla="*/ 370040 h 697700"/>
                <a:gd name="connsiteX38" fmla="*/ 1234756 w 1234756"/>
                <a:gd name="connsiteY38" fmla="*/ 392900 h 697700"/>
                <a:gd name="connsiteX39" fmla="*/ 1219516 w 1234756"/>
                <a:gd name="connsiteY39" fmla="*/ 545300 h 697700"/>
                <a:gd name="connsiteX40" fmla="*/ 1181416 w 1234756"/>
                <a:gd name="connsiteY40" fmla="*/ 613880 h 697700"/>
                <a:gd name="connsiteX41" fmla="*/ 1166176 w 1234756"/>
                <a:gd name="connsiteY41" fmla="*/ 636740 h 697700"/>
                <a:gd name="connsiteX42" fmla="*/ 1143316 w 1234756"/>
                <a:gd name="connsiteY42" fmla="*/ 651980 h 697700"/>
                <a:gd name="connsiteX43" fmla="*/ 1097596 w 1234756"/>
                <a:gd name="connsiteY43" fmla="*/ 690080 h 697700"/>
                <a:gd name="connsiteX44" fmla="*/ 1059496 w 1234756"/>
                <a:gd name="connsiteY44" fmla="*/ 697700 h 697700"/>
                <a:gd name="connsiteX45" fmla="*/ 686116 w 1234756"/>
                <a:gd name="connsiteY45" fmla="*/ 690080 h 697700"/>
                <a:gd name="connsiteX46" fmla="*/ 663256 w 1234756"/>
                <a:gd name="connsiteY46" fmla="*/ 682460 h 697700"/>
                <a:gd name="connsiteX47" fmla="*/ 487996 w 1234756"/>
                <a:gd name="connsiteY47" fmla="*/ 674840 h 697700"/>
                <a:gd name="connsiteX48" fmla="*/ 449896 w 1234756"/>
                <a:gd name="connsiteY48" fmla="*/ 667220 h 697700"/>
                <a:gd name="connsiteX49" fmla="*/ 358456 w 1234756"/>
                <a:gd name="connsiteY49" fmla="*/ 659600 h 69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234756" h="697700">
                  <a:moveTo>
                    <a:pt x="358456" y="659600"/>
                  </a:moveTo>
                  <a:lnTo>
                    <a:pt x="358456" y="659600"/>
                  </a:lnTo>
                  <a:cubicBezTo>
                    <a:pt x="350836" y="639280"/>
                    <a:pt x="343012" y="619035"/>
                    <a:pt x="335596" y="598640"/>
                  </a:cubicBezTo>
                  <a:cubicBezTo>
                    <a:pt x="332851" y="591091"/>
                    <a:pt x="331568" y="582964"/>
                    <a:pt x="327976" y="575780"/>
                  </a:cubicBezTo>
                  <a:cubicBezTo>
                    <a:pt x="323880" y="567589"/>
                    <a:pt x="317280" y="560871"/>
                    <a:pt x="312736" y="552920"/>
                  </a:cubicBezTo>
                  <a:cubicBezTo>
                    <a:pt x="299185" y="529206"/>
                    <a:pt x="299133" y="519833"/>
                    <a:pt x="282256" y="499580"/>
                  </a:cubicBezTo>
                  <a:cubicBezTo>
                    <a:pt x="251302" y="462436"/>
                    <a:pt x="271419" y="486541"/>
                    <a:pt x="236536" y="469100"/>
                  </a:cubicBezTo>
                  <a:cubicBezTo>
                    <a:pt x="170045" y="435854"/>
                    <a:pt x="262490" y="470028"/>
                    <a:pt x="183196" y="446240"/>
                  </a:cubicBezTo>
                  <a:cubicBezTo>
                    <a:pt x="167809" y="441624"/>
                    <a:pt x="152716" y="436080"/>
                    <a:pt x="137476" y="431000"/>
                  </a:cubicBezTo>
                  <a:cubicBezTo>
                    <a:pt x="129856" y="428460"/>
                    <a:pt x="121299" y="427835"/>
                    <a:pt x="114616" y="423380"/>
                  </a:cubicBezTo>
                  <a:cubicBezTo>
                    <a:pt x="106996" y="418300"/>
                    <a:pt x="100680" y="410199"/>
                    <a:pt x="91756" y="408140"/>
                  </a:cubicBezTo>
                  <a:cubicBezTo>
                    <a:pt x="66883" y="402400"/>
                    <a:pt x="40956" y="403060"/>
                    <a:pt x="15556" y="400520"/>
                  </a:cubicBezTo>
                  <a:cubicBezTo>
                    <a:pt x="6818" y="374306"/>
                    <a:pt x="-9978" y="351191"/>
                    <a:pt x="7936" y="324320"/>
                  </a:cubicBezTo>
                  <a:cubicBezTo>
                    <a:pt x="17944" y="309309"/>
                    <a:pt x="68099" y="295944"/>
                    <a:pt x="76516" y="293840"/>
                  </a:cubicBezTo>
                  <a:cubicBezTo>
                    <a:pt x="86676" y="291300"/>
                    <a:pt x="96773" y="288492"/>
                    <a:pt x="106996" y="286220"/>
                  </a:cubicBezTo>
                  <a:cubicBezTo>
                    <a:pt x="149347" y="276809"/>
                    <a:pt x="145323" y="279251"/>
                    <a:pt x="190816" y="270980"/>
                  </a:cubicBezTo>
                  <a:cubicBezTo>
                    <a:pt x="226287" y="264531"/>
                    <a:pt x="226781" y="263894"/>
                    <a:pt x="259396" y="255740"/>
                  </a:cubicBezTo>
                  <a:cubicBezTo>
                    <a:pt x="291257" y="234499"/>
                    <a:pt x="305594" y="229259"/>
                    <a:pt x="327976" y="202400"/>
                  </a:cubicBezTo>
                  <a:cubicBezTo>
                    <a:pt x="349747" y="176274"/>
                    <a:pt x="334145" y="180266"/>
                    <a:pt x="366076" y="164300"/>
                  </a:cubicBezTo>
                  <a:cubicBezTo>
                    <a:pt x="373260" y="160708"/>
                    <a:pt x="381915" y="160581"/>
                    <a:pt x="388936" y="156680"/>
                  </a:cubicBezTo>
                  <a:cubicBezTo>
                    <a:pt x="404947" y="147785"/>
                    <a:pt x="416887" y="130642"/>
                    <a:pt x="434656" y="126200"/>
                  </a:cubicBezTo>
                  <a:cubicBezTo>
                    <a:pt x="444422" y="123759"/>
                    <a:pt x="477064" y="116426"/>
                    <a:pt x="487996" y="110960"/>
                  </a:cubicBezTo>
                  <a:cubicBezTo>
                    <a:pt x="496187" y="106864"/>
                    <a:pt x="503236" y="100800"/>
                    <a:pt x="510856" y="95720"/>
                  </a:cubicBezTo>
                  <a:cubicBezTo>
                    <a:pt x="536256" y="57620"/>
                    <a:pt x="518476" y="77940"/>
                    <a:pt x="571816" y="42380"/>
                  </a:cubicBezTo>
                  <a:lnTo>
                    <a:pt x="594676" y="27140"/>
                  </a:lnTo>
                  <a:cubicBezTo>
                    <a:pt x="608524" y="-14405"/>
                    <a:pt x="594956" y="1392"/>
                    <a:pt x="663256" y="11900"/>
                  </a:cubicBezTo>
                  <a:cubicBezTo>
                    <a:pt x="681863" y="14763"/>
                    <a:pt x="732785" y="25233"/>
                    <a:pt x="747076" y="34760"/>
                  </a:cubicBezTo>
                  <a:cubicBezTo>
                    <a:pt x="762316" y="44920"/>
                    <a:pt x="775420" y="59448"/>
                    <a:pt x="792796" y="65240"/>
                  </a:cubicBezTo>
                  <a:cubicBezTo>
                    <a:pt x="834709" y="79211"/>
                    <a:pt x="797156" y="64465"/>
                    <a:pt x="838516" y="88100"/>
                  </a:cubicBezTo>
                  <a:cubicBezTo>
                    <a:pt x="906191" y="126771"/>
                    <a:pt x="836161" y="81450"/>
                    <a:pt x="891856" y="118580"/>
                  </a:cubicBezTo>
                  <a:cubicBezTo>
                    <a:pt x="903966" y="136746"/>
                    <a:pt x="923709" y="172835"/>
                    <a:pt x="945196" y="187160"/>
                  </a:cubicBezTo>
                  <a:cubicBezTo>
                    <a:pt x="951879" y="191615"/>
                    <a:pt x="960436" y="192240"/>
                    <a:pt x="968056" y="194780"/>
                  </a:cubicBezTo>
                  <a:cubicBezTo>
                    <a:pt x="975676" y="202400"/>
                    <a:pt x="981824" y="211854"/>
                    <a:pt x="990916" y="217640"/>
                  </a:cubicBezTo>
                  <a:cubicBezTo>
                    <a:pt x="1010083" y="229837"/>
                    <a:pt x="1031556" y="237960"/>
                    <a:pt x="1051876" y="248120"/>
                  </a:cubicBezTo>
                  <a:cubicBezTo>
                    <a:pt x="1062036" y="253200"/>
                    <a:pt x="1072905" y="257059"/>
                    <a:pt x="1082356" y="263360"/>
                  </a:cubicBezTo>
                  <a:cubicBezTo>
                    <a:pt x="1097596" y="273520"/>
                    <a:pt x="1110700" y="288048"/>
                    <a:pt x="1128076" y="293840"/>
                  </a:cubicBezTo>
                  <a:cubicBezTo>
                    <a:pt x="1182484" y="311976"/>
                    <a:pt x="1160430" y="300169"/>
                    <a:pt x="1196656" y="324320"/>
                  </a:cubicBezTo>
                  <a:cubicBezTo>
                    <a:pt x="1214774" y="378675"/>
                    <a:pt x="1189083" y="312961"/>
                    <a:pt x="1227136" y="370040"/>
                  </a:cubicBezTo>
                  <a:cubicBezTo>
                    <a:pt x="1231591" y="376723"/>
                    <a:pt x="1232216" y="385280"/>
                    <a:pt x="1234756" y="392900"/>
                  </a:cubicBezTo>
                  <a:cubicBezTo>
                    <a:pt x="1230947" y="446229"/>
                    <a:pt x="1230868" y="494214"/>
                    <a:pt x="1219516" y="545300"/>
                  </a:cubicBezTo>
                  <a:cubicBezTo>
                    <a:pt x="1212810" y="575477"/>
                    <a:pt x="1201059" y="584415"/>
                    <a:pt x="1181416" y="613880"/>
                  </a:cubicBezTo>
                  <a:cubicBezTo>
                    <a:pt x="1176336" y="621500"/>
                    <a:pt x="1173796" y="631660"/>
                    <a:pt x="1166176" y="636740"/>
                  </a:cubicBezTo>
                  <a:cubicBezTo>
                    <a:pt x="1158556" y="641820"/>
                    <a:pt x="1150351" y="646117"/>
                    <a:pt x="1143316" y="651980"/>
                  </a:cubicBezTo>
                  <a:cubicBezTo>
                    <a:pt x="1127145" y="665456"/>
                    <a:pt x="1118235" y="682340"/>
                    <a:pt x="1097596" y="690080"/>
                  </a:cubicBezTo>
                  <a:cubicBezTo>
                    <a:pt x="1085469" y="694628"/>
                    <a:pt x="1072196" y="695160"/>
                    <a:pt x="1059496" y="697700"/>
                  </a:cubicBezTo>
                  <a:lnTo>
                    <a:pt x="686116" y="690080"/>
                  </a:lnTo>
                  <a:cubicBezTo>
                    <a:pt x="678090" y="689771"/>
                    <a:pt x="671265" y="683076"/>
                    <a:pt x="663256" y="682460"/>
                  </a:cubicBezTo>
                  <a:cubicBezTo>
                    <a:pt x="604953" y="677975"/>
                    <a:pt x="546416" y="677380"/>
                    <a:pt x="487996" y="674840"/>
                  </a:cubicBezTo>
                  <a:cubicBezTo>
                    <a:pt x="475296" y="672300"/>
                    <a:pt x="462391" y="670628"/>
                    <a:pt x="449896" y="667220"/>
                  </a:cubicBezTo>
                  <a:cubicBezTo>
                    <a:pt x="388126" y="650374"/>
                    <a:pt x="373696" y="660870"/>
                    <a:pt x="358456" y="65960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7696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611807" y="1956110"/>
            <a:ext cx="1028773" cy="1896747"/>
          </a:xfrm>
          <a:prstGeom prst="rect">
            <a:avLst/>
          </a:prstGeom>
          <a:noFill/>
        </p:spPr>
        <p:txBody>
          <a:bodyPr vert="horz" wrap="square" lIns="91384" tIns="45693" rIns="91384" bIns="45693" rtlCol="0">
            <a:spAutoFit/>
          </a:bodyPr>
          <a:lstStyle/>
          <a:p>
            <a:pPr algn="ctr" defTabSz="609402"/>
            <a:r>
              <a:rPr lang="zh-TW" altLang="en-US" sz="5863" spc="-300" dirty="0">
                <a:solidFill>
                  <a:prstClr val="black">
                    <a:lumMod val="85000"/>
                    <a:lumOff val="15000"/>
                  </a:prstClr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目錄</a:t>
            </a:r>
            <a:endParaRPr lang="zh-CN" altLang="en-US" sz="5863" spc="-300" dirty="0">
              <a:solidFill>
                <a:prstClr val="black">
                  <a:lumMod val="85000"/>
                  <a:lumOff val="15000"/>
                </a:prstClr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grpSp>
        <p:nvGrpSpPr>
          <p:cNvPr id="4" name="组合 56"/>
          <p:cNvGrpSpPr/>
          <p:nvPr/>
        </p:nvGrpSpPr>
        <p:grpSpPr>
          <a:xfrm>
            <a:off x="7201162" y="1647872"/>
            <a:ext cx="643930" cy="3381328"/>
            <a:chOff x="5800177" y="1478323"/>
            <a:chExt cx="450684" cy="3015060"/>
          </a:xfrm>
        </p:grpSpPr>
        <p:sp>
          <p:nvSpPr>
            <p:cNvPr id="58" name="Rectangle 6"/>
            <p:cNvSpPr>
              <a:spLocks noChangeArrowheads="1"/>
            </p:cNvSpPr>
            <p:nvPr/>
          </p:nvSpPr>
          <p:spPr bwMode="auto">
            <a:xfrm>
              <a:off x="5800177" y="1478323"/>
              <a:ext cx="450684" cy="3015060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txBody>
            <a:bodyPr vert="eaVert" wrap="square" lIns="121845" tIns="60923" rIns="121845" bIns="60923" numCol="1" anchor="t" anchorCtr="0" compatLnSpc="1"/>
            <a:lstStyle/>
            <a:p>
              <a:pPr algn="ctr" defTabSz="609402"/>
              <a:endParaRPr lang="zh-CN" altLang="en-US" sz="2398">
                <a:solidFill>
                  <a:prstClr val="black">
                    <a:lumMod val="75000"/>
                    <a:lumOff val="25000"/>
                  </a:prstClr>
                </a:solidFill>
                <a:latin typeface="方正兰亭细黑_GBK" panose="02000000000000000000" pitchFamily="2" charset="-122"/>
                <a:ea typeface="方正兰亭细黑_GBK" panose="02000000000000000000" pitchFamily="2" charset="-122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5831760" y="1572862"/>
              <a:ext cx="387516" cy="425379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 defTabSz="609402"/>
              <a:r>
                <a:rPr lang="zh-TW" altLang="en-US" sz="2398" spc="600" dirty="0">
                  <a:solidFill>
                    <a:srgbClr val="C00000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參</a:t>
              </a:r>
              <a:endParaRPr lang="zh-CN" altLang="en-US" sz="2398" spc="600" dirty="0">
                <a:solidFill>
                  <a:srgbClr val="C00000"/>
                </a:solidFill>
                <a:latin typeface="方正兰亭细黑_GBK" panose="02000000000000000000" pitchFamily="2" charset="-122"/>
                <a:ea typeface="方正兰亭细黑_GBK" panose="02000000000000000000" pitchFamily="2" charset="-122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5851064" y="2024007"/>
              <a:ext cx="323117" cy="226784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 defTabSz="609402"/>
              <a:r>
                <a:rPr lang="zh-TW" altLang="en-US" spc="300" dirty="0">
                  <a:solidFill>
                    <a:prstClr val="black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心得分享</a:t>
              </a:r>
              <a:endParaRPr lang="zh-CN" altLang="en-US" spc="300" dirty="0">
                <a:solidFill>
                  <a:prstClr val="black"/>
                </a:solidFill>
                <a:latin typeface="方正兰亭细黑_GBK" panose="02000000000000000000" pitchFamily="2" charset="-122"/>
                <a:ea typeface="方正兰亭细黑_GBK" panose="02000000000000000000" pitchFamily="2" charset="-122"/>
              </a:endParaRPr>
            </a:p>
          </p:txBody>
        </p:sp>
        <p:cxnSp>
          <p:nvCxnSpPr>
            <p:cNvPr id="61" name="直接连接符 60"/>
            <p:cNvCxnSpPr/>
            <p:nvPr/>
          </p:nvCxnSpPr>
          <p:spPr>
            <a:xfrm>
              <a:off x="5800177" y="2024007"/>
              <a:ext cx="450684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" name="组合 61"/>
          <p:cNvGrpSpPr/>
          <p:nvPr/>
        </p:nvGrpSpPr>
        <p:grpSpPr>
          <a:xfrm>
            <a:off x="8034912" y="1647872"/>
            <a:ext cx="643930" cy="3381328"/>
            <a:chOff x="5800177" y="1478323"/>
            <a:chExt cx="450684" cy="3015060"/>
          </a:xfrm>
        </p:grpSpPr>
        <p:sp>
          <p:nvSpPr>
            <p:cNvPr id="63" name="Rectangle 6"/>
            <p:cNvSpPr>
              <a:spLocks noChangeArrowheads="1"/>
            </p:cNvSpPr>
            <p:nvPr/>
          </p:nvSpPr>
          <p:spPr bwMode="auto">
            <a:xfrm>
              <a:off x="5800177" y="1478323"/>
              <a:ext cx="450684" cy="3015060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txBody>
            <a:bodyPr vert="eaVert" wrap="square" lIns="121845" tIns="60923" rIns="121845" bIns="60923" numCol="1" anchor="t" anchorCtr="0" compatLnSpc="1"/>
            <a:lstStyle/>
            <a:p>
              <a:pPr algn="ctr" defTabSz="609402"/>
              <a:endParaRPr lang="zh-CN" altLang="en-US" sz="2398">
                <a:solidFill>
                  <a:prstClr val="black">
                    <a:lumMod val="75000"/>
                    <a:lumOff val="25000"/>
                  </a:prstClr>
                </a:solidFill>
                <a:latin typeface="方正兰亭细黑_GBK" panose="02000000000000000000" pitchFamily="2" charset="-122"/>
                <a:ea typeface="方正兰亭细黑_GBK" panose="02000000000000000000" pitchFamily="2" charset="-122"/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5839282" y="1572862"/>
              <a:ext cx="387516" cy="425379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 defTabSz="609402"/>
              <a:r>
                <a:rPr lang="zh-TW" altLang="en-US" sz="2398" spc="600" dirty="0">
                  <a:solidFill>
                    <a:srgbClr val="C00000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貳</a:t>
              </a:r>
              <a:endParaRPr lang="zh-CN" altLang="en-US" sz="2398" spc="600" dirty="0">
                <a:solidFill>
                  <a:srgbClr val="C00000"/>
                </a:solidFill>
                <a:latin typeface="方正兰亭细黑_GBK" panose="02000000000000000000" pitchFamily="2" charset="-122"/>
                <a:ea typeface="方正兰亭细黑_GBK" panose="02000000000000000000" pitchFamily="2" charset="-122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5874281" y="2025189"/>
              <a:ext cx="323117" cy="226784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 defTabSz="609402"/>
              <a:r>
                <a:rPr lang="zh-TW" altLang="en-US" spc="300" dirty="0">
                  <a:solidFill>
                    <a:prstClr val="black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本書背景與架構</a:t>
              </a:r>
              <a:endParaRPr lang="zh-CN" altLang="en-US" spc="300" dirty="0">
                <a:solidFill>
                  <a:prstClr val="black"/>
                </a:solidFill>
                <a:latin typeface="方正兰亭细黑_GBK" panose="02000000000000000000" pitchFamily="2" charset="-122"/>
                <a:ea typeface="方正兰亭细黑_GBK" panose="02000000000000000000" pitchFamily="2" charset="-122"/>
              </a:endParaRPr>
            </a:p>
          </p:txBody>
        </p:sp>
        <p:cxnSp>
          <p:nvCxnSpPr>
            <p:cNvPr id="66" name="直接连接符 65"/>
            <p:cNvCxnSpPr/>
            <p:nvPr/>
          </p:nvCxnSpPr>
          <p:spPr>
            <a:xfrm>
              <a:off x="5800177" y="2024007"/>
              <a:ext cx="450684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" name="组合 66"/>
          <p:cNvGrpSpPr/>
          <p:nvPr/>
        </p:nvGrpSpPr>
        <p:grpSpPr>
          <a:xfrm>
            <a:off x="8868676" y="1647872"/>
            <a:ext cx="643931" cy="3381328"/>
            <a:chOff x="5800177" y="1478323"/>
            <a:chExt cx="450684" cy="3015060"/>
          </a:xfrm>
        </p:grpSpPr>
        <p:sp>
          <p:nvSpPr>
            <p:cNvPr id="68" name="Rectangle 6"/>
            <p:cNvSpPr>
              <a:spLocks noChangeArrowheads="1"/>
            </p:cNvSpPr>
            <p:nvPr/>
          </p:nvSpPr>
          <p:spPr bwMode="auto">
            <a:xfrm>
              <a:off x="5800177" y="1478323"/>
              <a:ext cx="450684" cy="3015060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txBody>
            <a:bodyPr vert="eaVert" wrap="square" lIns="121845" tIns="60923" rIns="121845" bIns="60923" numCol="1" anchor="t" anchorCtr="0" compatLnSpc="1"/>
            <a:lstStyle/>
            <a:p>
              <a:pPr algn="ctr" defTabSz="609402"/>
              <a:endParaRPr lang="zh-CN" altLang="en-US" sz="2398">
                <a:solidFill>
                  <a:prstClr val="black">
                    <a:lumMod val="75000"/>
                    <a:lumOff val="25000"/>
                  </a:prstClr>
                </a:solidFill>
                <a:latin typeface="方正兰亭细黑_GBK" panose="02000000000000000000" pitchFamily="2" charset="-122"/>
                <a:ea typeface="方正兰亭细黑_GBK" panose="02000000000000000000" pitchFamily="2" charset="-122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5831760" y="1572862"/>
              <a:ext cx="387516" cy="425379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 defTabSz="609402"/>
              <a:r>
                <a:rPr lang="zh-TW" altLang="en-US" sz="2398" spc="600" dirty="0">
                  <a:solidFill>
                    <a:srgbClr val="C00000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壹</a:t>
              </a:r>
              <a:endParaRPr lang="zh-CN" altLang="en-US" sz="2398" spc="600" dirty="0">
                <a:solidFill>
                  <a:srgbClr val="C00000"/>
                </a:solidFill>
                <a:latin typeface="方正兰亭细黑_GBK" panose="02000000000000000000" pitchFamily="2" charset="-122"/>
                <a:ea typeface="方正兰亭细黑_GBK" panose="02000000000000000000" pitchFamily="2" charset="-122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5863960" y="2024007"/>
              <a:ext cx="323117" cy="226784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 defTabSz="609402"/>
              <a:r>
                <a:rPr lang="zh-TW" altLang="en-US" spc="300" dirty="0">
                  <a:solidFill>
                    <a:prstClr val="black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作者介紹</a:t>
              </a:r>
              <a:endParaRPr lang="zh-CN" altLang="en-US" spc="300" dirty="0">
                <a:solidFill>
                  <a:prstClr val="black"/>
                </a:solidFill>
                <a:latin typeface="方正兰亭细黑_GBK" panose="02000000000000000000" pitchFamily="2" charset="-122"/>
                <a:ea typeface="方正兰亭细黑_GBK" panose="02000000000000000000" pitchFamily="2" charset="-122"/>
              </a:endParaRPr>
            </a:p>
          </p:txBody>
        </p:sp>
        <p:cxnSp>
          <p:nvCxnSpPr>
            <p:cNvPr id="71" name="直接连接符 70"/>
            <p:cNvCxnSpPr/>
            <p:nvPr/>
          </p:nvCxnSpPr>
          <p:spPr>
            <a:xfrm>
              <a:off x="5800177" y="2024007"/>
              <a:ext cx="450684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AEDCD60B-DF27-43E4-B271-3FF3EAEDF7B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6956"/>
          <a:stretch/>
        </p:blipFill>
        <p:spPr>
          <a:xfrm>
            <a:off x="1881" y="3953516"/>
            <a:ext cx="5484334" cy="236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94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 42"/>
          <p:cNvSpPr txBox="1"/>
          <p:nvPr/>
        </p:nvSpPr>
        <p:spPr>
          <a:xfrm>
            <a:off x="1530541" y="410764"/>
            <a:ext cx="3479258" cy="646276"/>
          </a:xfrm>
          <a:prstGeom prst="rect">
            <a:avLst/>
          </a:prstGeom>
          <a:noFill/>
        </p:spPr>
        <p:txBody>
          <a:bodyPr vert="horz" wrap="square" lIns="91384" tIns="45693" rIns="91384" bIns="45693" rtlCol="0">
            <a:spAutoFit/>
          </a:bodyPr>
          <a:lstStyle/>
          <a:p>
            <a:pPr algn="ctr"/>
            <a:r>
              <a:rPr lang="zh-CN" altLang="en-US" sz="3600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兰亭细黑_GBK" panose="02000000000000000000" pitchFamily="2" charset="-122"/>
                <a:ea typeface="方正兰亭细黑_GBK" panose="02000000000000000000" pitchFamily="2" charset="-122"/>
              </a:rPr>
              <a:t>壹</a:t>
            </a:r>
            <a:r>
              <a:rPr lang="zh-TW" altLang="en-US" sz="3600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兰亭细黑_GBK" panose="02000000000000000000" pitchFamily="2" charset="-122"/>
                <a:ea typeface="方正兰亭细黑_GBK" panose="02000000000000000000" pitchFamily="2" charset="-122"/>
              </a:rPr>
              <a:t>、作者介紹</a:t>
            </a:r>
            <a:endParaRPr lang="zh-CN" altLang="en-US" sz="3600" spc="600" dirty="0">
              <a:solidFill>
                <a:schemeClr val="tx1">
                  <a:lumMod val="85000"/>
                  <a:lumOff val="15000"/>
                </a:schemeClr>
              </a:solidFill>
              <a:latin typeface="方正兰亭细黑_GBK" panose="02000000000000000000" pitchFamily="2" charset="-122"/>
              <a:ea typeface="方正兰亭细黑_GBK" panose="02000000000000000000" pitchFamily="2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2021918" y="1950466"/>
            <a:ext cx="553565" cy="1562354"/>
          </a:xfrm>
          <a:prstGeom prst="rect">
            <a:avLst/>
          </a:prstGeom>
          <a:noFill/>
        </p:spPr>
        <p:txBody>
          <a:bodyPr vert="eaVert" wrap="square" lIns="91384" tIns="45693" rIns="91384" bIns="45693" rtlCol="0">
            <a:spAutoFit/>
          </a:bodyPr>
          <a:lstStyle/>
          <a:p>
            <a:r>
              <a:rPr lang="zh-TW" altLang="en-US" sz="2398" spc="300" dirty="0">
                <a:latin typeface="方正兰亭细黑_GBK" panose="02000000000000000000" pitchFamily="2" charset="-122"/>
                <a:ea typeface="方正兰亭细黑_GBK" panose="02000000000000000000" pitchFamily="2" charset="-122"/>
              </a:rPr>
              <a:t>樹木希下</a:t>
            </a:r>
            <a:endParaRPr lang="zh-CN" altLang="en-US" sz="2398" spc="300" dirty="0">
              <a:latin typeface="方正兰亭细黑_GBK" panose="02000000000000000000" pitchFamily="2" charset="-122"/>
              <a:ea typeface="方正兰亭细黑_GBK" panose="02000000000000000000" pitchFamily="2" charset="-122"/>
            </a:endParaRPr>
          </a:p>
        </p:txBody>
      </p:sp>
      <p:cxnSp>
        <p:nvCxnSpPr>
          <p:cNvPr id="8" name="直接连接符 7"/>
          <p:cNvCxnSpPr>
            <a:cxnSpLocks/>
          </p:cNvCxnSpPr>
          <p:nvPr/>
        </p:nvCxnSpPr>
        <p:spPr>
          <a:xfrm>
            <a:off x="2733255" y="1730180"/>
            <a:ext cx="0" cy="308320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D136D8C5-B9C4-47F9-90F8-23E87B7A4CA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28820" y="3444362"/>
            <a:ext cx="2508719" cy="310937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4F04FFA-0F79-4F37-8DE2-9223D275FB4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55578" y="-457031"/>
            <a:ext cx="1632661" cy="273461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D1D02367-EBE0-45C5-8892-310B8305D1A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0563844" y="1600390"/>
            <a:ext cx="1814051" cy="3657219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6B704EFD-55CE-497A-92F7-90FFC1761F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4168" y="1730180"/>
            <a:ext cx="2679676" cy="250317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677D630-DB62-46D6-BF0D-CE7C7B66075A}"/>
              </a:ext>
            </a:extLst>
          </p:cNvPr>
          <p:cNvSpPr txBox="1"/>
          <p:nvPr/>
        </p:nvSpPr>
        <p:spPr>
          <a:xfrm>
            <a:off x="2765414" y="1704862"/>
            <a:ext cx="4900965" cy="369331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zh-TW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         日本演技派女演員，一九四三年出生於東京，一九六一年以「</a:t>
            </a:r>
            <a:r>
              <a:rPr lang="zh-TW" altLang="en-US" b="1" u="sng" dirty="0">
                <a:latin typeface="DengXian" panose="02010600030101010101" pitchFamily="2" charset="-122"/>
                <a:ea typeface="DengXian" panose="02010600030101010101" pitchFamily="2" charset="-122"/>
              </a:rPr>
              <a:t>悠木千帆</a:t>
            </a:r>
            <a:r>
              <a:rPr lang="zh-TW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」為藝名，開始演藝生涯。一九七七年更名「</a:t>
            </a:r>
            <a:r>
              <a:rPr lang="zh-TW" altLang="en-US" b="1" u="sng" dirty="0">
                <a:latin typeface="DengXian" panose="02010600030101010101" pitchFamily="2" charset="-122"/>
                <a:ea typeface="DengXian" panose="02010600030101010101" pitchFamily="2" charset="-122"/>
              </a:rPr>
              <a:t>樹木希林</a:t>
            </a:r>
            <a:r>
              <a:rPr lang="zh-TW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」。</a:t>
            </a:r>
            <a:endParaRPr lang="en-US" altLang="zh-TW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just"/>
            <a:endParaRPr lang="en-US" altLang="zh-TW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just"/>
            <a:r>
              <a:rPr lang="zh-TW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         </a:t>
            </a:r>
            <a:r>
              <a:rPr lang="en-US" altLang="zh-TW" dirty="0">
                <a:latin typeface="DengXian" panose="02010600030101010101" pitchFamily="2" charset="-122"/>
                <a:ea typeface="DengXian" panose="02010600030101010101" pitchFamily="2" charset="-122"/>
              </a:rPr>
              <a:t>2000</a:t>
            </a:r>
            <a:r>
              <a:rPr lang="zh-TW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年後因電影獲高度關注，演出作品如</a:t>
            </a:r>
            <a:r>
              <a:rPr lang="en-US" altLang="zh-TW" dirty="0">
                <a:latin typeface="DengXian" panose="02010600030101010101" pitchFamily="2" charset="-122"/>
                <a:ea typeface="DengXian" panose="02010600030101010101" pitchFamily="2" charset="-122"/>
              </a:rPr>
              <a:t>《</a:t>
            </a:r>
            <a:r>
              <a:rPr lang="zh-TW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東京鐵塔</a:t>
            </a:r>
            <a:r>
              <a:rPr lang="en-US" altLang="zh-TW" dirty="0">
                <a:latin typeface="DengXian" panose="02010600030101010101" pitchFamily="2" charset="-122"/>
                <a:ea typeface="DengXian" panose="02010600030101010101" pitchFamily="2" charset="-122"/>
              </a:rPr>
              <a:t>:</a:t>
            </a:r>
            <a:r>
              <a:rPr lang="zh-TW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老媽和我，有時還有老爸</a:t>
            </a:r>
            <a:r>
              <a:rPr lang="en-US" altLang="zh-TW" dirty="0">
                <a:latin typeface="DengXian" panose="02010600030101010101" pitchFamily="2" charset="-122"/>
                <a:ea typeface="DengXian" panose="02010600030101010101" pitchFamily="2" charset="-122"/>
              </a:rPr>
              <a:t>》</a:t>
            </a:r>
            <a:r>
              <a:rPr lang="zh-TW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，憑母親一角，獲日本電影金像獎最佳女主角，自此與</a:t>
            </a:r>
            <a:r>
              <a:rPr lang="zh-TW" altLang="en-US" b="1" u="sng" dirty="0">
                <a:latin typeface="DengXian" panose="02010600030101010101" pitchFamily="2" charset="-122"/>
                <a:ea typeface="DengXian" panose="02010600030101010101" pitchFamily="2" charset="-122"/>
              </a:rPr>
              <a:t>枝裕和</a:t>
            </a:r>
            <a:r>
              <a:rPr lang="zh-TW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導演展開長達十年的電影合作。</a:t>
            </a:r>
            <a:endParaRPr lang="en-US" altLang="zh-TW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just"/>
            <a:endParaRPr lang="en-US" altLang="zh-TW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just"/>
            <a:r>
              <a:rPr lang="zh-TW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         一生有過兩段婚姻，一九七三年與搖滾樂手</a:t>
            </a:r>
            <a:r>
              <a:rPr lang="zh-TW" altLang="en-US" b="1" u="sng" dirty="0">
                <a:latin typeface="DengXian" panose="02010600030101010101" pitchFamily="2" charset="-122"/>
                <a:ea typeface="DengXian" panose="02010600030101010101" pitchFamily="2" charset="-122"/>
              </a:rPr>
              <a:t>內田裕也</a:t>
            </a:r>
            <a:r>
              <a:rPr lang="zh-TW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再婚，但逾四十年處於分居狀態。二</a:t>
            </a:r>
            <a:r>
              <a:rPr lang="en-US" altLang="zh-TW" dirty="0">
                <a:latin typeface="DengXian" panose="02010600030101010101" pitchFamily="2" charset="-122"/>
                <a:ea typeface="DengXian" panose="02010600030101010101" pitchFamily="2" charset="-122"/>
              </a:rPr>
              <a:t>O</a:t>
            </a:r>
            <a:r>
              <a:rPr lang="zh-TW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一八九月十五日去世，享壽七十五歲。</a:t>
            </a:r>
            <a:endParaRPr lang="en-US" altLang="zh-TW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just"/>
            <a:endParaRPr lang="zh-TW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3214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1276507" y="1057040"/>
            <a:ext cx="1619093" cy="757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84" tIns="45693" rIns="91384" bIns="45693" rtlCol="0" anchor="ctr"/>
          <a:lstStyle/>
          <a:p>
            <a:pPr algn="ctr"/>
            <a:r>
              <a:rPr lang="zh-TW" altLang="en-US" sz="2666" b="1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背景</a:t>
            </a:r>
            <a:endParaRPr lang="zh-CN" altLang="en-US" sz="2666" b="1" dirty="0">
              <a:solidFill>
                <a:schemeClr val="tx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65F11C8-26FC-4728-A44A-E694DBA958B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59303" y="5127062"/>
            <a:ext cx="6855885" cy="170537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3AD0953-F9C1-414F-9315-0C3A130EB6C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6192" y="5136455"/>
            <a:ext cx="2554285" cy="96324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E7B67E0-9484-4657-84EE-9A3DD3EAEBCE}"/>
              </a:ext>
            </a:extLst>
          </p:cNvPr>
          <p:cNvSpPr/>
          <p:nvPr/>
        </p:nvSpPr>
        <p:spPr>
          <a:xfrm>
            <a:off x="1676400" y="129540"/>
            <a:ext cx="3208020" cy="7772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本框 42">
            <a:extLst>
              <a:ext uri="{FF2B5EF4-FFF2-40B4-BE49-F238E27FC236}">
                <a16:creationId xmlns:a16="http://schemas.microsoft.com/office/drawing/2014/main" id="{6F23FD68-68E6-491C-97D7-099F6ABCC919}"/>
              </a:ext>
            </a:extLst>
          </p:cNvPr>
          <p:cNvSpPr txBox="1"/>
          <p:nvPr/>
        </p:nvSpPr>
        <p:spPr>
          <a:xfrm>
            <a:off x="1530540" y="410764"/>
            <a:ext cx="4999799" cy="646276"/>
          </a:xfrm>
          <a:prstGeom prst="rect">
            <a:avLst/>
          </a:prstGeom>
          <a:noFill/>
        </p:spPr>
        <p:txBody>
          <a:bodyPr vert="horz" wrap="square" lIns="91384" tIns="45693" rIns="91384" bIns="45693" rtlCol="0">
            <a:spAutoFit/>
          </a:bodyPr>
          <a:lstStyle/>
          <a:p>
            <a:pPr algn="ctr"/>
            <a:r>
              <a:rPr lang="zh-TW" altLang="en-US" sz="3600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兰亭细黑_GBK" panose="02000000000000000000" pitchFamily="2" charset="-122"/>
                <a:ea typeface="方正兰亭细黑_GBK" panose="02000000000000000000" pitchFamily="2" charset="-122"/>
              </a:rPr>
              <a:t>貳、</a:t>
            </a:r>
            <a:r>
              <a:rPr lang="zh-TW" altLang="en-US" sz="3600" spc="300" dirty="0">
                <a:solidFill>
                  <a:prstClr val="black"/>
                </a:solidFill>
                <a:latin typeface="方正兰亭细黑_GBK" panose="02000000000000000000" pitchFamily="2" charset="-122"/>
                <a:ea typeface="方正兰亭细黑_GBK" panose="02000000000000000000" pitchFamily="2" charset="-122"/>
              </a:rPr>
              <a:t>本書背景與架構</a:t>
            </a:r>
            <a:endParaRPr lang="zh-CN" altLang="en-US" sz="3600" spc="600" dirty="0">
              <a:solidFill>
                <a:schemeClr val="tx1">
                  <a:lumMod val="85000"/>
                  <a:lumOff val="15000"/>
                </a:schemeClr>
              </a:solidFill>
              <a:latin typeface="方正兰亭细黑_GBK" panose="02000000000000000000" pitchFamily="2" charset="-122"/>
              <a:ea typeface="方正兰亭细黑_GBK" panose="02000000000000000000" pitchFamily="2" charset="-122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4D0E5AB-B34B-413C-995A-E3A1AAEFA683}"/>
              </a:ext>
            </a:extLst>
          </p:cNvPr>
          <p:cNvSpPr txBox="1"/>
          <p:nvPr/>
        </p:nvSpPr>
        <p:spPr>
          <a:xfrm>
            <a:off x="1765372" y="1898446"/>
            <a:ext cx="4900965" cy="258532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zh-TW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        二</a:t>
            </a:r>
            <a:r>
              <a:rPr lang="en-US" altLang="zh-TW" dirty="0">
                <a:latin typeface="DengXian" panose="02010600030101010101" pitchFamily="2" charset="-122"/>
                <a:ea typeface="DengXian" panose="02010600030101010101" pitchFamily="2" charset="-122"/>
              </a:rPr>
              <a:t>O</a:t>
            </a:r>
            <a:r>
              <a:rPr lang="zh-TW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一八年九月十五日，演員樹木希林女士去世，享壽七十五歲。</a:t>
            </a:r>
            <a:endParaRPr lang="en-US" altLang="zh-TW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just"/>
            <a:endParaRPr lang="en-US" altLang="zh-TW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just"/>
            <a:r>
              <a:rPr lang="zh-TW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       本書是出於樹木希林女士曾經拍過寶島社企業廣告，牽起的緣分得以出版。</a:t>
            </a:r>
            <a:endParaRPr lang="en-US" altLang="zh-TW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just"/>
            <a:endParaRPr lang="en-US" altLang="zh-TW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just"/>
            <a:r>
              <a:rPr lang="zh-TW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       本書從他的話語之中加以挑選，再以生、老、病、死等人聲普遍會經歷的課題為中心，編輯而成</a:t>
            </a:r>
          </a:p>
        </p:txBody>
      </p:sp>
      <p:cxnSp>
        <p:nvCxnSpPr>
          <p:cNvPr id="16" name="直接连接符 7">
            <a:extLst>
              <a:ext uri="{FF2B5EF4-FFF2-40B4-BE49-F238E27FC236}">
                <a16:creationId xmlns:a16="http://schemas.microsoft.com/office/drawing/2014/main" id="{1EA56243-C5F9-48F9-B4C2-96D8C2A69477}"/>
              </a:ext>
            </a:extLst>
          </p:cNvPr>
          <p:cNvCxnSpPr>
            <a:cxnSpLocks/>
          </p:cNvCxnSpPr>
          <p:nvPr/>
        </p:nvCxnSpPr>
        <p:spPr>
          <a:xfrm>
            <a:off x="7084275" y="1135380"/>
            <a:ext cx="0" cy="483870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utoShape 2" descr="https://www.cite.com.my/images/p_download/941900.jpg">
            <a:extLst>
              <a:ext uri="{FF2B5EF4-FFF2-40B4-BE49-F238E27FC236}">
                <a16:creationId xmlns:a16="http://schemas.microsoft.com/office/drawing/2014/main" id="{7E2E25AD-82E5-4568-9496-C6EA5475A5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1028" name="Picture 4" descr="https://www.cite.com.my/images/p_download/941900.jpg">
            <a:extLst>
              <a:ext uri="{FF2B5EF4-FFF2-40B4-BE49-F238E27FC236}">
                <a16:creationId xmlns:a16="http://schemas.microsoft.com/office/drawing/2014/main" id="{29BDCCFD-8D80-4827-B259-BBC8E956C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934" y="900616"/>
            <a:ext cx="2992754" cy="4226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0F1258E-D661-401B-9CFD-635659A40EBB}"/>
              </a:ext>
            </a:extLst>
          </p:cNvPr>
          <p:cNvSpPr txBox="1"/>
          <p:nvPr/>
        </p:nvSpPr>
        <p:spPr>
          <a:xfrm>
            <a:off x="7692647" y="1221787"/>
            <a:ext cx="426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生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770ED487-9D24-45C9-8D2B-12CBD3E5B76F}"/>
              </a:ext>
            </a:extLst>
          </p:cNvPr>
          <p:cNvSpPr txBox="1"/>
          <p:nvPr/>
        </p:nvSpPr>
        <p:spPr>
          <a:xfrm>
            <a:off x="7692647" y="1755948"/>
            <a:ext cx="426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病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85E927B3-B0DC-4AB0-AA33-66677D033C1B}"/>
              </a:ext>
            </a:extLst>
          </p:cNvPr>
          <p:cNvSpPr txBox="1"/>
          <p:nvPr/>
        </p:nvSpPr>
        <p:spPr>
          <a:xfrm>
            <a:off x="7692647" y="2290109"/>
            <a:ext cx="426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老</a:t>
            </a:r>
            <a:endParaRPr lang="en-US" altLang="zh-TW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4EFC24C-0FCC-4C38-81CE-443F40AD6765}"/>
              </a:ext>
            </a:extLst>
          </p:cNvPr>
          <p:cNvSpPr txBox="1"/>
          <p:nvPr/>
        </p:nvSpPr>
        <p:spPr>
          <a:xfrm>
            <a:off x="7692647" y="2823374"/>
            <a:ext cx="426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人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7C277888-712B-42B7-BE65-97A36164D84A}"/>
              </a:ext>
            </a:extLst>
          </p:cNvPr>
          <p:cNvSpPr txBox="1"/>
          <p:nvPr/>
        </p:nvSpPr>
        <p:spPr>
          <a:xfrm>
            <a:off x="7692647" y="3356639"/>
            <a:ext cx="426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絆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F9ACE278-2B72-4183-BD19-538BF2AA9879}"/>
              </a:ext>
            </a:extLst>
          </p:cNvPr>
          <p:cNvSpPr txBox="1"/>
          <p:nvPr/>
        </p:nvSpPr>
        <p:spPr>
          <a:xfrm>
            <a:off x="7692647" y="3889904"/>
            <a:ext cx="426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家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18E5C1BB-F223-4CB4-A61D-422756411E4D}"/>
              </a:ext>
            </a:extLst>
          </p:cNvPr>
          <p:cNvSpPr txBox="1"/>
          <p:nvPr/>
        </p:nvSpPr>
        <p:spPr>
          <a:xfrm>
            <a:off x="7692647" y="4456780"/>
            <a:ext cx="426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務</a:t>
            </a: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9A7B91FA-94FE-4500-B58A-F65664067479}"/>
              </a:ext>
            </a:extLst>
          </p:cNvPr>
          <p:cNvSpPr txBox="1"/>
          <p:nvPr/>
        </p:nvSpPr>
        <p:spPr>
          <a:xfrm>
            <a:off x="7692647" y="5018810"/>
            <a:ext cx="426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死</a:t>
            </a: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E9706099-CD55-4A49-A774-5D782E708D26}"/>
              </a:ext>
            </a:extLst>
          </p:cNvPr>
          <p:cNvCxnSpPr>
            <a:stCxn id="7" idx="2"/>
            <a:endCxn id="22" idx="0"/>
          </p:cNvCxnSpPr>
          <p:nvPr/>
        </p:nvCxnSpPr>
        <p:spPr>
          <a:xfrm>
            <a:off x="7906004" y="1591119"/>
            <a:ext cx="0" cy="1648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4456F724-E58B-48BA-8D5B-2BAF241F555E}"/>
              </a:ext>
            </a:extLst>
          </p:cNvPr>
          <p:cNvCxnSpPr>
            <a:stCxn id="22" idx="2"/>
            <a:endCxn id="25" idx="0"/>
          </p:cNvCxnSpPr>
          <p:nvPr/>
        </p:nvCxnSpPr>
        <p:spPr>
          <a:xfrm>
            <a:off x="7906004" y="2125280"/>
            <a:ext cx="0" cy="1648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BBB4AF03-5919-4D85-A7F9-665E020CF163}"/>
              </a:ext>
            </a:extLst>
          </p:cNvPr>
          <p:cNvCxnSpPr>
            <a:stCxn id="25" idx="2"/>
            <a:endCxn id="27" idx="0"/>
          </p:cNvCxnSpPr>
          <p:nvPr/>
        </p:nvCxnSpPr>
        <p:spPr>
          <a:xfrm>
            <a:off x="7906004" y="2659441"/>
            <a:ext cx="0" cy="1639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26630FCF-FA65-444A-AE92-655466FE2D9C}"/>
              </a:ext>
            </a:extLst>
          </p:cNvPr>
          <p:cNvCxnSpPr>
            <a:stCxn id="27" idx="2"/>
            <a:endCxn id="29" idx="0"/>
          </p:cNvCxnSpPr>
          <p:nvPr/>
        </p:nvCxnSpPr>
        <p:spPr>
          <a:xfrm>
            <a:off x="7906004" y="3192706"/>
            <a:ext cx="0" cy="1639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04A6E256-7CEF-4497-A34E-15B1C6D2B061}"/>
              </a:ext>
            </a:extLst>
          </p:cNvPr>
          <p:cNvCxnSpPr>
            <a:stCxn id="29" idx="2"/>
            <a:endCxn id="32" idx="0"/>
          </p:cNvCxnSpPr>
          <p:nvPr/>
        </p:nvCxnSpPr>
        <p:spPr>
          <a:xfrm>
            <a:off x="7906004" y="3725971"/>
            <a:ext cx="0" cy="1639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4CF1AA28-04AE-4DBA-9779-27EFDF2296E6}"/>
              </a:ext>
            </a:extLst>
          </p:cNvPr>
          <p:cNvCxnSpPr>
            <a:stCxn id="32" idx="2"/>
            <a:endCxn id="37" idx="0"/>
          </p:cNvCxnSpPr>
          <p:nvPr/>
        </p:nvCxnSpPr>
        <p:spPr>
          <a:xfrm>
            <a:off x="7906004" y="4259236"/>
            <a:ext cx="0" cy="1975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B9522FAF-B083-43D5-BE03-433A5FC6569D}"/>
              </a:ext>
            </a:extLst>
          </p:cNvPr>
          <p:cNvCxnSpPr>
            <a:stCxn id="37" idx="2"/>
            <a:endCxn id="38" idx="0"/>
          </p:cNvCxnSpPr>
          <p:nvPr/>
        </p:nvCxnSpPr>
        <p:spPr>
          <a:xfrm>
            <a:off x="7906004" y="4826112"/>
            <a:ext cx="0" cy="1926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561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265F11C8-26FC-4728-A44A-E694DBA958B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59303" y="5127062"/>
            <a:ext cx="6855885" cy="170537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3AD0953-F9C1-414F-9315-0C3A130EB6C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6192" y="5136455"/>
            <a:ext cx="2554285" cy="96324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E7B67E0-9484-4657-84EE-9A3DD3EAEBCE}"/>
              </a:ext>
            </a:extLst>
          </p:cNvPr>
          <p:cNvSpPr/>
          <p:nvPr/>
        </p:nvSpPr>
        <p:spPr>
          <a:xfrm>
            <a:off x="1676400" y="129540"/>
            <a:ext cx="3208020" cy="7772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本框 42">
            <a:extLst>
              <a:ext uri="{FF2B5EF4-FFF2-40B4-BE49-F238E27FC236}">
                <a16:creationId xmlns:a16="http://schemas.microsoft.com/office/drawing/2014/main" id="{6F23FD68-68E6-491C-97D7-099F6ABCC919}"/>
              </a:ext>
            </a:extLst>
          </p:cNvPr>
          <p:cNvSpPr txBox="1"/>
          <p:nvPr/>
        </p:nvSpPr>
        <p:spPr>
          <a:xfrm>
            <a:off x="1530540" y="410764"/>
            <a:ext cx="4999799" cy="646276"/>
          </a:xfrm>
          <a:prstGeom prst="rect">
            <a:avLst/>
          </a:prstGeom>
          <a:noFill/>
        </p:spPr>
        <p:txBody>
          <a:bodyPr vert="horz" wrap="square" lIns="91384" tIns="45693" rIns="91384" bIns="45693" rtlCol="0">
            <a:spAutoFit/>
          </a:bodyPr>
          <a:lstStyle/>
          <a:p>
            <a:pPr algn="ctr"/>
            <a:r>
              <a:rPr lang="zh-TW" altLang="en-US" sz="3600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兰亭细黑_GBK" panose="02000000000000000000" pitchFamily="2" charset="-122"/>
                <a:ea typeface="方正兰亭细黑_GBK" panose="02000000000000000000" pitchFamily="2" charset="-122"/>
              </a:rPr>
              <a:t>貳、</a:t>
            </a:r>
            <a:r>
              <a:rPr lang="zh-TW" altLang="en-US" sz="3600" spc="300" dirty="0">
                <a:solidFill>
                  <a:prstClr val="black"/>
                </a:solidFill>
                <a:latin typeface="方正兰亭细黑_GBK" panose="02000000000000000000" pitchFamily="2" charset="-122"/>
                <a:ea typeface="方正兰亭细黑_GBK" panose="02000000000000000000" pitchFamily="2" charset="-122"/>
              </a:rPr>
              <a:t>本書背景與架構</a:t>
            </a:r>
            <a:endParaRPr lang="zh-CN" altLang="en-US" sz="3600" spc="600" dirty="0">
              <a:solidFill>
                <a:schemeClr val="tx1">
                  <a:lumMod val="85000"/>
                  <a:lumOff val="15000"/>
                </a:schemeClr>
              </a:solidFill>
              <a:latin typeface="方正兰亭细黑_GBK" panose="02000000000000000000" pitchFamily="2" charset="-122"/>
              <a:ea typeface="方正兰亭细黑_GBK" panose="02000000000000000000" pitchFamily="2" charset="-122"/>
            </a:endParaRPr>
          </a:p>
        </p:txBody>
      </p:sp>
      <p:cxnSp>
        <p:nvCxnSpPr>
          <p:cNvPr id="16" name="直接连接符 7">
            <a:extLst>
              <a:ext uri="{FF2B5EF4-FFF2-40B4-BE49-F238E27FC236}">
                <a16:creationId xmlns:a16="http://schemas.microsoft.com/office/drawing/2014/main" id="{1EA56243-C5F9-48F9-B4C2-96D8C2A69477}"/>
              </a:ext>
            </a:extLst>
          </p:cNvPr>
          <p:cNvCxnSpPr>
            <a:cxnSpLocks/>
          </p:cNvCxnSpPr>
          <p:nvPr/>
        </p:nvCxnSpPr>
        <p:spPr>
          <a:xfrm>
            <a:off x="7084275" y="1135380"/>
            <a:ext cx="0" cy="483870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utoShape 2" descr="https://www.cite.com.my/images/p_download/941900.jpg">
            <a:extLst>
              <a:ext uri="{FF2B5EF4-FFF2-40B4-BE49-F238E27FC236}">
                <a16:creationId xmlns:a16="http://schemas.microsoft.com/office/drawing/2014/main" id="{7E2E25AD-82E5-4568-9496-C6EA5475A5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1028" name="Picture 4" descr="https://www.cite.com.my/images/p_download/941900.jpg">
            <a:extLst>
              <a:ext uri="{FF2B5EF4-FFF2-40B4-BE49-F238E27FC236}">
                <a16:creationId xmlns:a16="http://schemas.microsoft.com/office/drawing/2014/main" id="{29BDCCFD-8D80-4827-B259-BBC8E956C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706" y="1057040"/>
            <a:ext cx="2992754" cy="4226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DF31D904-38AA-44AD-B4FF-8C20DA5F6FB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14" t="1857" r="21973" b="1214"/>
          <a:stretch/>
        </p:blipFill>
        <p:spPr>
          <a:xfrm>
            <a:off x="1785934" y="1398261"/>
            <a:ext cx="5110163" cy="3756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815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>
            <a:cxnSpLocks/>
          </p:cNvCxnSpPr>
          <p:nvPr/>
        </p:nvCxnSpPr>
        <p:spPr>
          <a:xfrm>
            <a:off x="6096000" y="950455"/>
            <a:ext cx="0" cy="590754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797476" y="950455"/>
            <a:ext cx="800106" cy="634093"/>
          </a:xfrm>
          <a:prstGeom prst="rect">
            <a:avLst/>
          </a:prstGeom>
          <a:noFill/>
        </p:spPr>
        <p:txBody>
          <a:bodyPr vert="eaVert" wrap="none" lIns="91384" tIns="45693" rIns="91384" bIns="45693" rtlCol="0">
            <a:spAutoFit/>
          </a:bodyPr>
          <a:lstStyle/>
          <a:p>
            <a:r>
              <a:rPr lang="zh-TW" alt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生</a:t>
            </a:r>
            <a:endParaRPr lang="zh-CN" altLang="en-US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94526" y="1594165"/>
            <a:ext cx="1846546" cy="5053261"/>
          </a:xfrm>
          <a:prstGeom prst="rect">
            <a:avLst/>
          </a:prstGeom>
          <a:noFill/>
        </p:spPr>
        <p:txBody>
          <a:bodyPr vert="eaVert" wrap="square" lIns="91384" tIns="45693" rIns="91384" bIns="45693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所謂幸福，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並非「時常在那裡」，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而是「要靠自己去發覺」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CN" altLang="en-US" sz="1200" b="1" spc="3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3" name="图片 17">
            <a:extLst>
              <a:ext uri="{FF2B5EF4-FFF2-40B4-BE49-F238E27FC236}">
                <a16:creationId xmlns:a16="http://schemas.microsoft.com/office/drawing/2014/main" id="{49A1F43E-B95E-4805-BFE1-5BD4AA1852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6817"/>
          <a:stretch/>
        </p:blipFill>
        <p:spPr>
          <a:xfrm>
            <a:off x="0" y="3800475"/>
            <a:ext cx="5143501" cy="2735460"/>
          </a:xfrm>
          <a:prstGeom prst="rect">
            <a:avLst/>
          </a:prstGeom>
        </p:spPr>
      </p:pic>
      <p:pic>
        <p:nvPicPr>
          <p:cNvPr id="14" name="图片 16">
            <a:extLst>
              <a:ext uri="{FF2B5EF4-FFF2-40B4-BE49-F238E27FC236}">
                <a16:creationId xmlns:a16="http://schemas.microsoft.com/office/drawing/2014/main" id="{D2A4B959-3BD3-4C7A-8862-28BF55EC563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669" y="2396074"/>
            <a:ext cx="3016306" cy="3016306"/>
          </a:xfrm>
          <a:prstGeom prst="sun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01332D2-0D8D-4F17-8BF1-8AA81FF9DF63}"/>
              </a:ext>
            </a:extLst>
          </p:cNvPr>
          <p:cNvSpPr/>
          <p:nvPr/>
        </p:nvSpPr>
        <p:spPr>
          <a:xfrm>
            <a:off x="1676401" y="123825"/>
            <a:ext cx="3179684" cy="5697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參、心得</a:t>
            </a:r>
            <a:r>
              <a:rPr lang="zh-TW" altLang="en-US" sz="32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分享</a:t>
            </a:r>
          </a:p>
        </p:txBody>
      </p:sp>
    </p:spTree>
    <p:extLst>
      <p:ext uri="{BB962C8B-B14F-4D97-AF65-F5344CB8AC3E}">
        <p14:creationId xmlns:p14="http://schemas.microsoft.com/office/powerpoint/2010/main" val="3015964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>
            <a:cxnSpLocks/>
          </p:cNvCxnSpPr>
          <p:nvPr/>
        </p:nvCxnSpPr>
        <p:spPr>
          <a:xfrm>
            <a:off x="6096000" y="950455"/>
            <a:ext cx="0" cy="590754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797476" y="950455"/>
            <a:ext cx="800106" cy="634093"/>
          </a:xfrm>
          <a:prstGeom prst="rect">
            <a:avLst/>
          </a:prstGeom>
          <a:noFill/>
        </p:spPr>
        <p:txBody>
          <a:bodyPr vert="eaVert" wrap="none" lIns="91384" tIns="45693" rIns="91384" bIns="45693" rtlCol="0">
            <a:spAutoFit/>
          </a:bodyPr>
          <a:lstStyle/>
          <a:p>
            <a:r>
              <a:rPr lang="zh-TW" alt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生</a:t>
            </a:r>
            <a:endParaRPr lang="zh-CN" altLang="en-US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94526" y="1161027"/>
            <a:ext cx="1846546" cy="5486400"/>
          </a:xfrm>
          <a:prstGeom prst="rect">
            <a:avLst/>
          </a:prstGeom>
          <a:noFill/>
        </p:spPr>
        <p:txBody>
          <a:bodyPr vert="eaVert" wrap="square" lIns="91384" tIns="45693" rIns="91384" bIns="45693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不論是一個人、兩個人，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就算有十個人在，寂寞的人還是會寂寞。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人就是這樣啊。</a:t>
            </a:r>
            <a:endParaRPr lang="zh-CN" altLang="en-US" sz="1200" b="1" spc="3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3" name="图片 17">
            <a:extLst>
              <a:ext uri="{FF2B5EF4-FFF2-40B4-BE49-F238E27FC236}">
                <a16:creationId xmlns:a16="http://schemas.microsoft.com/office/drawing/2014/main" id="{49A1F43E-B95E-4805-BFE1-5BD4AA1852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6817"/>
          <a:stretch/>
        </p:blipFill>
        <p:spPr>
          <a:xfrm>
            <a:off x="0" y="3800475"/>
            <a:ext cx="5143501" cy="2735460"/>
          </a:xfrm>
          <a:prstGeom prst="rect">
            <a:avLst/>
          </a:prstGeom>
        </p:spPr>
      </p:pic>
      <p:pic>
        <p:nvPicPr>
          <p:cNvPr id="14" name="图片 16">
            <a:extLst>
              <a:ext uri="{FF2B5EF4-FFF2-40B4-BE49-F238E27FC236}">
                <a16:creationId xmlns:a16="http://schemas.microsoft.com/office/drawing/2014/main" id="{D2A4B959-3BD3-4C7A-8862-28BF55EC563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669" y="2396074"/>
            <a:ext cx="3016306" cy="3016306"/>
          </a:xfrm>
          <a:prstGeom prst="sun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2541833-7B28-4451-BB20-75A1558BB438}"/>
              </a:ext>
            </a:extLst>
          </p:cNvPr>
          <p:cNvSpPr/>
          <p:nvPr/>
        </p:nvSpPr>
        <p:spPr>
          <a:xfrm>
            <a:off x="1676401" y="123825"/>
            <a:ext cx="3179684" cy="5697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參、心得</a:t>
            </a:r>
            <a:r>
              <a:rPr lang="zh-TW" altLang="en-US" sz="32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分享</a:t>
            </a:r>
          </a:p>
        </p:txBody>
      </p:sp>
    </p:spTree>
    <p:extLst>
      <p:ext uri="{BB962C8B-B14F-4D97-AF65-F5344CB8AC3E}">
        <p14:creationId xmlns:p14="http://schemas.microsoft.com/office/powerpoint/2010/main" val="2059906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>
            <a:cxnSpLocks/>
          </p:cNvCxnSpPr>
          <p:nvPr/>
        </p:nvCxnSpPr>
        <p:spPr>
          <a:xfrm>
            <a:off x="6096000" y="950455"/>
            <a:ext cx="0" cy="590754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797476" y="950455"/>
            <a:ext cx="800106" cy="634093"/>
          </a:xfrm>
          <a:prstGeom prst="rect">
            <a:avLst/>
          </a:prstGeom>
          <a:noFill/>
        </p:spPr>
        <p:txBody>
          <a:bodyPr vert="eaVert" wrap="none" lIns="91384" tIns="45693" rIns="91384" bIns="45693" rtlCol="0">
            <a:spAutoFit/>
          </a:bodyPr>
          <a:lstStyle/>
          <a:p>
            <a:r>
              <a:rPr lang="zh-TW" alt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生</a:t>
            </a:r>
            <a:endParaRPr lang="zh-CN" altLang="en-US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971525" y="1594165"/>
            <a:ext cx="1292548" cy="5053261"/>
          </a:xfrm>
          <a:prstGeom prst="rect">
            <a:avLst/>
          </a:prstGeom>
          <a:noFill/>
        </p:spPr>
        <p:txBody>
          <a:bodyPr vert="eaVert" wrap="square" lIns="91384" tIns="45693" rIns="91384" bIns="45693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一個人所能擁有的是有限的，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想要的再多，也沒能力全拿走。</a:t>
            </a:r>
            <a:endParaRPr lang="zh-CN" altLang="en-US" sz="1200" b="1" spc="3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3" name="图片 17">
            <a:extLst>
              <a:ext uri="{FF2B5EF4-FFF2-40B4-BE49-F238E27FC236}">
                <a16:creationId xmlns:a16="http://schemas.microsoft.com/office/drawing/2014/main" id="{49A1F43E-B95E-4805-BFE1-5BD4AA1852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6817"/>
          <a:stretch/>
        </p:blipFill>
        <p:spPr>
          <a:xfrm>
            <a:off x="0" y="3800475"/>
            <a:ext cx="5143501" cy="2735460"/>
          </a:xfrm>
          <a:prstGeom prst="rect">
            <a:avLst/>
          </a:prstGeom>
        </p:spPr>
      </p:pic>
      <p:pic>
        <p:nvPicPr>
          <p:cNvPr id="14" name="图片 16">
            <a:extLst>
              <a:ext uri="{FF2B5EF4-FFF2-40B4-BE49-F238E27FC236}">
                <a16:creationId xmlns:a16="http://schemas.microsoft.com/office/drawing/2014/main" id="{D2A4B959-3BD3-4C7A-8862-28BF55EC563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669" y="2396074"/>
            <a:ext cx="3016306" cy="3016306"/>
          </a:xfrm>
          <a:prstGeom prst="sun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92AB9A2D-03B1-464C-9A95-9D3D05DBCCFE}"/>
              </a:ext>
            </a:extLst>
          </p:cNvPr>
          <p:cNvSpPr/>
          <p:nvPr/>
        </p:nvSpPr>
        <p:spPr>
          <a:xfrm>
            <a:off x="1676401" y="123825"/>
            <a:ext cx="3179684" cy="5697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參、心得</a:t>
            </a:r>
            <a:r>
              <a:rPr lang="zh-TW" altLang="en-US" sz="32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分享</a:t>
            </a:r>
          </a:p>
        </p:txBody>
      </p:sp>
    </p:spTree>
    <p:extLst>
      <p:ext uri="{BB962C8B-B14F-4D97-AF65-F5344CB8AC3E}">
        <p14:creationId xmlns:p14="http://schemas.microsoft.com/office/powerpoint/2010/main" val="2847364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>
            <a:cxnSpLocks/>
          </p:cNvCxnSpPr>
          <p:nvPr/>
        </p:nvCxnSpPr>
        <p:spPr>
          <a:xfrm>
            <a:off x="6096000" y="950455"/>
            <a:ext cx="0" cy="590754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797476" y="950455"/>
            <a:ext cx="800106" cy="634093"/>
          </a:xfrm>
          <a:prstGeom prst="rect">
            <a:avLst/>
          </a:prstGeom>
          <a:noFill/>
        </p:spPr>
        <p:txBody>
          <a:bodyPr vert="eaVert" wrap="none" lIns="91384" tIns="45693" rIns="91384" bIns="45693" rtlCol="0">
            <a:spAutoFit/>
          </a:bodyPr>
          <a:lstStyle/>
          <a:p>
            <a:r>
              <a:rPr lang="zh-TW" alt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生</a:t>
            </a:r>
            <a:endParaRPr lang="zh-CN" altLang="en-US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94526" y="950455"/>
            <a:ext cx="1846546" cy="5696971"/>
          </a:xfrm>
          <a:prstGeom prst="rect">
            <a:avLst/>
          </a:prstGeom>
          <a:noFill/>
        </p:spPr>
        <p:txBody>
          <a:bodyPr vert="eaVert" wrap="square" lIns="91384" tIns="45693" rIns="91384" bIns="45693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咦？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你說有人因為我說的話而得到了救贖？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這已經是依存症了阿，拜託自己想想吧。</a:t>
            </a:r>
            <a:endParaRPr lang="zh-CN" altLang="en-US" sz="1200" b="1" spc="3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3" name="图片 17">
            <a:extLst>
              <a:ext uri="{FF2B5EF4-FFF2-40B4-BE49-F238E27FC236}">
                <a16:creationId xmlns:a16="http://schemas.microsoft.com/office/drawing/2014/main" id="{49A1F43E-B95E-4805-BFE1-5BD4AA1852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6817"/>
          <a:stretch/>
        </p:blipFill>
        <p:spPr>
          <a:xfrm>
            <a:off x="0" y="3800475"/>
            <a:ext cx="5143501" cy="2735460"/>
          </a:xfrm>
          <a:prstGeom prst="rect">
            <a:avLst/>
          </a:prstGeom>
        </p:spPr>
      </p:pic>
      <p:pic>
        <p:nvPicPr>
          <p:cNvPr id="14" name="图片 16">
            <a:extLst>
              <a:ext uri="{FF2B5EF4-FFF2-40B4-BE49-F238E27FC236}">
                <a16:creationId xmlns:a16="http://schemas.microsoft.com/office/drawing/2014/main" id="{D2A4B959-3BD3-4C7A-8862-28BF55EC563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669" y="2396074"/>
            <a:ext cx="3016306" cy="3016306"/>
          </a:xfrm>
          <a:prstGeom prst="sun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B2A204C-BE28-4428-BEAA-4E5B3A6572A4}"/>
              </a:ext>
            </a:extLst>
          </p:cNvPr>
          <p:cNvSpPr/>
          <p:nvPr/>
        </p:nvSpPr>
        <p:spPr>
          <a:xfrm>
            <a:off x="1676401" y="123825"/>
            <a:ext cx="3179684" cy="5697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參、心得</a:t>
            </a:r>
            <a:r>
              <a:rPr lang="zh-TW" altLang="en-US" sz="32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分享</a:t>
            </a:r>
          </a:p>
        </p:txBody>
      </p:sp>
    </p:spTree>
    <p:extLst>
      <p:ext uri="{BB962C8B-B14F-4D97-AF65-F5344CB8AC3E}">
        <p14:creationId xmlns:p14="http://schemas.microsoft.com/office/powerpoint/2010/main" val="913164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>
            <a:cxnSpLocks/>
          </p:cNvCxnSpPr>
          <p:nvPr/>
        </p:nvCxnSpPr>
        <p:spPr>
          <a:xfrm>
            <a:off x="6096000" y="950455"/>
            <a:ext cx="0" cy="590754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797476" y="950455"/>
            <a:ext cx="800106" cy="634093"/>
          </a:xfrm>
          <a:prstGeom prst="rect">
            <a:avLst/>
          </a:prstGeom>
          <a:noFill/>
        </p:spPr>
        <p:txBody>
          <a:bodyPr vert="eaVert" wrap="none" lIns="91384" tIns="45693" rIns="91384" bIns="45693" rtlCol="0">
            <a:spAutoFit/>
          </a:bodyPr>
          <a:lstStyle/>
          <a:p>
            <a:r>
              <a:rPr lang="zh-TW" alt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生</a:t>
            </a:r>
            <a:endParaRPr lang="zh-CN" altLang="en-US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90150" y="1055532"/>
            <a:ext cx="1846546" cy="5567209"/>
          </a:xfrm>
          <a:prstGeom prst="rect">
            <a:avLst/>
          </a:prstGeom>
          <a:noFill/>
        </p:spPr>
        <p:txBody>
          <a:bodyPr vert="eaVert" wrap="square" lIns="91384" tIns="45693" rIns="91384" bIns="45693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人啊，就是那種即使明天地球就要毀滅了，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今天還是堅持要種下頻果樹的生物。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我們一起抱著這樣的想法活下去吧。</a:t>
            </a:r>
            <a:endParaRPr lang="zh-CN" altLang="en-US" sz="1200" b="1" spc="3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3" name="图片 17">
            <a:extLst>
              <a:ext uri="{FF2B5EF4-FFF2-40B4-BE49-F238E27FC236}">
                <a16:creationId xmlns:a16="http://schemas.microsoft.com/office/drawing/2014/main" id="{49A1F43E-B95E-4805-BFE1-5BD4AA1852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6817"/>
          <a:stretch/>
        </p:blipFill>
        <p:spPr>
          <a:xfrm>
            <a:off x="0" y="3800475"/>
            <a:ext cx="5143501" cy="2735460"/>
          </a:xfrm>
          <a:prstGeom prst="rect">
            <a:avLst/>
          </a:prstGeom>
        </p:spPr>
      </p:pic>
      <p:pic>
        <p:nvPicPr>
          <p:cNvPr id="14" name="图片 16">
            <a:extLst>
              <a:ext uri="{FF2B5EF4-FFF2-40B4-BE49-F238E27FC236}">
                <a16:creationId xmlns:a16="http://schemas.microsoft.com/office/drawing/2014/main" id="{D2A4B959-3BD3-4C7A-8862-28BF55EC563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669" y="2396074"/>
            <a:ext cx="3016306" cy="3016306"/>
          </a:xfrm>
          <a:prstGeom prst="sun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199E7A2-6F7C-4CD5-A371-F0D3904FB81B}"/>
              </a:ext>
            </a:extLst>
          </p:cNvPr>
          <p:cNvSpPr/>
          <p:nvPr/>
        </p:nvSpPr>
        <p:spPr>
          <a:xfrm>
            <a:off x="1676401" y="123825"/>
            <a:ext cx="3179684" cy="5697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參、心得</a:t>
            </a:r>
            <a:r>
              <a:rPr lang="zh-TW" altLang="en-US" sz="32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分享</a:t>
            </a:r>
          </a:p>
        </p:txBody>
      </p:sp>
    </p:spTree>
    <p:extLst>
      <p:ext uri="{BB962C8B-B14F-4D97-AF65-F5344CB8AC3E}">
        <p14:creationId xmlns:p14="http://schemas.microsoft.com/office/powerpoint/2010/main" val="2555013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>
            <a:cxnSpLocks/>
          </p:cNvCxnSpPr>
          <p:nvPr/>
        </p:nvCxnSpPr>
        <p:spPr>
          <a:xfrm>
            <a:off x="6096000" y="950455"/>
            <a:ext cx="0" cy="590754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797476" y="950455"/>
            <a:ext cx="800106" cy="634093"/>
          </a:xfrm>
          <a:prstGeom prst="rect">
            <a:avLst/>
          </a:prstGeom>
          <a:noFill/>
        </p:spPr>
        <p:txBody>
          <a:bodyPr vert="eaVert" wrap="none" lIns="91384" tIns="45693" rIns="91384" bIns="45693" rtlCol="0">
            <a:spAutoFit/>
          </a:bodyPr>
          <a:lstStyle/>
          <a:p>
            <a:r>
              <a:rPr lang="zh-TW" alt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生</a:t>
            </a:r>
            <a:endParaRPr lang="zh-CN" altLang="en-US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086935" y="1588871"/>
            <a:ext cx="1292548" cy="5053261"/>
          </a:xfrm>
          <a:prstGeom prst="rect">
            <a:avLst/>
          </a:prstGeom>
          <a:noFill/>
        </p:spPr>
        <p:txBody>
          <a:bodyPr vert="eaVert" wrap="square" lIns="91384" tIns="45693" rIns="91384" bIns="45693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讓別人來評價你是很危險的事。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得獎時不迷失自我，才會有下一次。</a:t>
            </a:r>
            <a:endParaRPr lang="zh-CN" altLang="en-US" sz="1200" b="1" spc="3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3" name="图片 17">
            <a:extLst>
              <a:ext uri="{FF2B5EF4-FFF2-40B4-BE49-F238E27FC236}">
                <a16:creationId xmlns:a16="http://schemas.microsoft.com/office/drawing/2014/main" id="{49A1F43E-B95E-4805-BFE1-5BD4AA1852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6817"/>
          <a:stretch/>
        </p:blipFill>
        <p:spPr>
          <a:xfrm>
            <a:off x="0" y="3800475"/>
            <a:ext cx="5143501" cy="2735460"/>
          </a:xfrm>
          <a:prstGeom prst="rect">
            <a:avLst/>
          </a:prstGeom>
        </p:spPr>
      </p:pic>
      <p:pic>
        <p:nvPicPr>
          <p:cNvPr id="14" name="图片 16">
            <a:extLst>
              <a:ext uri="{FF2B5EF4-FFF2-40B4-BE49-F238E27FC236}">
                <a16:creationId xmlns:a16="http://schemas.microsoft.com/office/drawing/2014/main" id="{D2A4B959-3BD3-4C7A-8862-28BF55EC563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669" y="2396074"/>
            <a:ext cx="3016306" cy="3016306"/>
          </a:xfrm>
          <a:prstGeom prst="sun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1DBE5FD-B297-45C1-B90F-7C87D4D1D9ED}"/>
              </a:ext>
            </a:extLst>
          </p:cNvPr>
          <p:cNvSpPr/>
          <p:nvPr/>
        </p:nvSpPr>
        <p:spPr>
          <a:xfrm>
            <a:off x="1676401" y="123825"/>
            <a:ext cx="3179684" cy="5697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參、心得</a:t>
            </a:r>
            <a:r>
              <a:rPr lang="zh-TW" altLang="en-US" sz="32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分享</a:t>
            </a:r>
          </a:p>
        </p:txBody>
      </p:sp>
    </p:spTree>
    <p:extLst>
      <p:ext uri="{BB962C8B-B14F-4D97-AF65-F5344CB8AC3E}">
        <p14:creationId xmlns:p14="http://schemas.microsoft.com/office/powerpoint/2010/main" val="1914967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>
            <a:cxnSpLocks/>
          </p:cNvCxnSpPr>
          <p:nvPr/>
        </p:nvCxnSpPr>
        <p:spPr>
          <a:xfrm>
            <a:off x="6096000" y="950455"/>
            <a:ext cx="0" cy="590754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797476" y="950455"/>
            <a:ext cx="800106" cy="634093"/>
          </a:xfrm>
          <a:prstGeom prst="rect">
            <a:avLst/>
          </a:prstGeom>
          <a:noFill/>
        </p:spPr>
        <p:txBody>
          <a:bodyPr vert="eaVert" wrap="none" lIns="91384" tIns="45693" rIns="91384" bIns="45693" rtlCol="0">
            <a:spAutoFit/>
          </a:bodyPr>
          <a:lstStyle/>
          <a:p>
            <a:r>
              <a:rPr lang="zh-TW" alt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生</a:t>
            </a:r>
            <a:endParaRPr lang="zh-CN" altLang="en-US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037020" y="1584547"/>
            <a:ext cx="1292548" cy="4951387"/>
          </a:xfrm>
          <a:prstGeom prst="rect">
            <a:avLst/>
          </a:prstGeom>
          <a:noFill/>
        </p:spPr>
        <p:txBody>
          <a:bodyPr vert="eaVert" wrap="square" lIns="91384" tIns="45693" rIns="91384" bIns="45693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這世上也不是到處都是真實的東西，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倒是假的比較常見。</a:t>
            </a:r>
            <a:endParaRPr lang="zh-CN" altLang="en-US" sz="1200" b="1" spc="3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3" name="图片 17">
            <a:extLst>
              <a:ext uri="{FF2B5EF4-FFF2-40B4-BE49-F238E27FC236}">
                <a16:creationId xmlns:a16="http://schemas.microsoft.com/office/drawing/2014/main" id="{49A1F43E-B95E-4805-BFE1-5BD4AA1852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6817"/>
          <a:stretch/>
        </p:blipFill>
        <p:spPr>
          <a:xfrm>
            <a:off x="0" y="3800475"/>
            <a:ext cx="5143501" cy="2735460"/>
          </a:xfrm>
          <a:prstGeom prst="rect">
            <a:avLst/>
          </a:prstGeom>
        </p:spPr>
      </p:pic>
      <p:pic>
        <p:nvPicPr>
          <p:cNvPr id="14" name="图片 16">
            <a:extLst>
              <a:ext uri="{FF2B5EF4-FFF2-40B4-BE49-F238E27FC236}">
                <a16:creationId xmlns:a16="http://schemas.microsoft.com/office/drawing/2014/main" id="{D2A4B959-3BD3-4C7A-8862-28BF55EC563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669" y="2396074"/>
            <a:ext cx="3016306" cy="3016306"/>
          </a:xfrm>
          <a:prstGeom prst="sun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E3F5C86-A74D-47C9-802E-8B50A9F0DF16}"/>
              </a:ext>
            </a:extLst>
          </p:cNvPr>
          <p:cNvSpPr/>
          <p:nvPr/>
        </p:nvSpPr>
        <p:spPr>
          <a:xfrm>
            <a:off x="1676401" y="123825"/>
            <a:ext cx="3179684" cy="5697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參、心得</a:t>
            </a:r>
            <a:r>
              <a:rPr lang="zh-TW" altLang="en-US" sz="32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分享</a:t>
            </a:r>
          </a:p>
        </p:txBody>
      </p:sp>
    </p:spTree>
    <p:extLst>
      <p:ext uri="{BB962C8B-B14F-4D97-AF65-F5344CB8AC3E}">
        <p14:creationId xmlns:p14="http://schemas.microsoft.com/office/powerpoint/2010/main" val="2797585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>
            <a:cxnSpLocks/>
          </p:cNvCxnSpPr>
          <p:nvPr/>
        </p:nvCxnSpPr>
        <p:spPr>
          <a:xfrm>
            <a:off x="6096000" y="950455"/>
            <a:ext cx="0" cy="590754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797476" y="950455"/>
            <a:ext cx="800106" cy="634093"/>
          </a:xfrm>
          <a:prstGeom prst="rect">
            <a:avLst/>
          </a:prstGeom>
          <a:noFill/>
        </p:spPr>
        <p:txBody>
          <a:bodyPr vert="eaVert" wrap="none" lIns="91384" tIns="45693" rIns="91384" bIns="45693" rtlCol="0">
            <a:spAutoFit/>
          </a:bodyPr>
          <a:lstStyle/>
          <a:p>
            <a:r>
              <a:rPr lang="zh-TW" alt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生</a:t>
            </a:r>
            <a:endParaRPr lang="zh-CN" altLang="en-US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723753" y="1584548"/>
            <a:ext cx="1846546" cy="4430190"/>
          </a:xfrm>
          <a:prstGeom prst="rect">
            <a:avLst/>
          </a:prstGeom>
          <a:noFill/>
        </p:spPr>
        <p:txBody>
          <a:bodyPr vert="eaVert" wrap="square" lIns="91384" tIns="45693" rIns="91384" bIns="45693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請用有趣的眼光接受所有事物，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愉快地活著。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不需要太努力，也別太消極。</a:t>
            </a:r>
            <a:endParaRPr lang="zh-CN" altLang="en-US" sz="1200" b="1" spc="3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3" name="图片 17">
            <a:extLst>
              <a:ext uri="{FF2B5EF4-FFF2-40B4-BE49-F238E27FC236}">
                <a16:creationId xmlns:a16="http://schemas.microsoft.com/office/drawing/2014/main" id="{49A1F43E-B95E-4805-BFE1-5BD4AA1852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6817"/>
          <a:stretch/>
        </p:blipFill>
        <p:spPr>
          <a:xfrm>
            <a:off x="0" y="3800475"/>
            <a:ext cx="5143501" cy="2735460"/>
          </a:xfrm>
          <a:prstGeom prst="rect">
            <a:avLst/>
          </a:prstGeom>
        </p:spPr>
      </p:pic>
      <p:pic>
        <p:nvPicPr>
          <p:cNvPr id="14" name="图片 16">
            <a:extLst>
              <a:ext uri="{FF2B5EF4-FFF2-40B4-BE49-F238E27FC236}">
                <a16:creationId xmlns:a16="http://schemas.microsoft.com/office/drawing/2014/main" id="{D2A4B959-3BD3-4C7A-8862-28BF55EC563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669" y="2396074"/>
            <a:ext cx="3016306" cy="3016306"/>
          </a:xfrm>
          <a:prstGeom prst="sun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6B15E2C-307B-4D00-ABAF-B58AA1518FAB}"/>
              </a:ext>
            </a:extLst>
          </p:cNvPr>
          <p:cNvSpPr/>
          <p:nvPr/>
        </p:nvSpPr>
        <p:spPr>
          <a:xfrm>
            <a:off x="1676401" y="123825"/>
            <a:ext cx="3179684" cy="5697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參、心得</a:t>
            </a:r>
            <a:r>
              <a:rPr lang="zh-TW" altLang="en-US" sz="32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分享</a:t>
            </a:r>
          </a:p>
        </p:txBody>
      </p:sp>
    </p:spTree>
    <p:extLst>
      <p:ext uri="{BB962C8B-B14F-4D97-AF65-F5344CB8AC3E}">
        <p14:creationId xmlns:p14="http://schemas.microsoft.com/office/powerpoint/2010/main" val="707116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>
            <a:cxnSpLocks/>
          </p:cNvCxnSpPr>
          <p:nvPr/>
        </p:nvCxnSpPr>
        <p:spPr>
          <a:xfrm>
            <a:off x="6096000" y="950455"/>
            <a:ext cx="0" cy="590754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797476" y="950455"/>
            <a:ext cx="800106" cy="634093"/>
          </a:xfrm>
          <a:prstGeom prst="rect">
            <a:avLst/>
          </a:prstGeom>
          <a:noFill/>
        </p:spPr>
        <p:txBody>
          <a:bodyPr vert="eaVert" wrap="none" lIns="91384" tIns="45693" rIns="91384" bIns="45693" rtlCol="0">
            <a:spAutoFit/>
          </a:bodyPr>
          <a:lstStyle/>
          <a:p>
            <a:r>
              <a:rPr lang="zh-TW" alt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老</a:t>
            </a:r>
            <a:endParaRPr lang="zh-CN" altLang="en-US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971525" y="399495"/>
            <a:ext cx="1292548" cy="6247931"/>
          </a:xfrm>
          <a:prstGeom prst="rect">
            <a:avLst/>
          </a:prstGeom>
          <a:noFill/>
        </p:spPr>
        <p:txBody>
          <a:bodyPr vert="eaVert" wrap="square" lIns="91384" tIns="45693" rIns="91384" bIns="45693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想到身為一個人，該如何走下人生舞台，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總感覺自己「仍不夠成熟，可也要結束了呢」。</a:t>
            </a:r>
            <a:endParaRPr lang="zh-CN" altLang="en-US" sz="1200" b="1" spc="3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3" name="图片 17">
            <a:extLst>
              <a:ext uri="{FF2B5EF4-FFF2-40B4-BE49-F238E27FC236}">
                <a16:creationId xmlns:a16="http://schemas.microsoft.com/office/drawing/2014/main" id="{49A1F43E-B95E-4805-BFE1-5BD4AA1852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6817"/>
          <a:stretch/>
        </p:blipFill>
        <p:spPr>
          <a:xfrm>
            <a:off x="0" y="3800475"/>
            <a:ext cx="5143501" cy="2735460"/>
          </a:xfrm>
          <a:prstGeom prst="rect">
            <a:avLst/>
          </a:prstGeom>
        </p:spPr>
      </p:pic>
      <p:pic>
        <p:nvPicPr>
          <p:cNvPr id="14" name="图片 16">
            <a:extLst>
              <a:ext uri="{FF2B5EF4-FFF2-40B4-BE49-F238E27FC236}">
                <a16:creationId xmlns:a16="http://schemas.microsoft.com/office/drawing/2014/main" id="{D2A4B959-3BD3-4C7A-8862-28BF55EC563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669" y="2396074"/>
            <a:ext cx="3016306" cy="3016306"/>
          </a:xfrm>
          <a:prstGeom prst="sun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5F056E7-0FC5-44D0-8B59-5EED555263DE}"/>
              </a:ext>
            </a:extLst>
          </p:cNvPr>
          <p:cNvSpPr/>
          <p:nvPr/>
        </p:nvSpPr>
        <p:spPr>
          <a:xfrm>
            <a:off x="1676401" y="123825"/>
            <a:ext cx="3179684" cy="5697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參、心得</a:t>
            </a:r>
            <a:r>
              <a:rPr lang="zh-TW" altLang="en-US" sz="32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分享</a:t>
            </a:r>
          </a:p>
        </p:txBody>
      </p:sp>
    </p:spTree>
    <p:extLst>
      <p:ext uri="{BB962C8B-B14F-4D97-AF65-F5344CB8AC3E}">
        <p14:creationId xmlns:p14="http://schemas.microsoft.com/office/powerpoint/2010/main" val="3721732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>
            <a:cxnSpLocks/>
          </p:cNvCxnSpPr>
          <p:nvPr/>
        </p:nvCxnSpPr>
        <p:spPr>
          <a:xfrm>
            <a:off x="6096000" y="950455"/>
            <a:ext cx="0" cy="590754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797476" y="950455"/>
            <a:ext cx="800106" cy="634093"/>
          </a:xfrm>
          <a:prstGeom prst="rect">
            <a:avLst/>
          </a:prstGeom>
          <a:noFill/>
        </p:spPr>
        <p:txBody>
          <a:bodyPr vert="eaVert" wrap="none" lIns="91384" tIns="45693" rIns="91384" bIns="45693" rtlCol="0">
            <a:spAutoFit/>
          </a:bodyPr>
          <a:lstStyle/>
          <a:p>
            <a:r>
              <a:rPr lang="zh-TW" alt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老</a:t>
            </a:r>
            <a:endParaRPr lang="zh-CN" altLang="en-US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971525" y="1594165"/>
            <a:ext cx="1292548" cy="5053261"/>
          </a:xfrm>
          <a:prstGeom prst="rect">
            <a:avLst/>
          </a:prstGeom>
          <a:noFill/>
        </p:spPr>
        <p:txBody>
          <a:bodyPr vert="eaVert" wrap="square" lIns="91384" tIns="45693" rIns="91384" bIns="45693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包括負面的事在內，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一切都會成為自己的養分。</a:t>
            </a:r>
            <a:endParaRPr lang="zh-CN" altLang="en-US" sz="1200" b="1" spc="3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3" name="图片 17">
            <a:extLst>
              <a:ext uri="{FF2B5EF4-FFF2-40B4-BE49-F238E27FC236}">
                <a16:creationId xmlns:a16="http://schemas.microsoft.com/office/drawing/2014/main" id="{49A1F43E-B95E-4805-BFE1-5BD4AA1852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6817"/>
          <a:stretch/>
        </p:blipFill>
        <p:spPr>
          <a:xfrm>
            <a:off x="0" y="3800475"/>
            <a:ext cx="5143501" cy="2735460"/>
          </a:xfrm>
          <a:prstGeom prst="rect">
            <a:avLst/>
          </a:prstGeom>
        </p:spPr>
      </p:pic>
      <p:pic>
        <p:nvPicPr>
          <p:cNvPr id="14" name="图片 16">
            <a:extLst>
              <a:ext uri="{FF2B5EF4-FFF2-40B4-BE49-F238E27FC236}">
                <a16:creationId xmlns:a16="http://schemas.microsoft.com/office/drawing/2014/main" id="{D2A4B959-3BD3-4C7A-8862-28BF55EC563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669" y="2396074"/>
            <a:ext cx="3016306" cy="3016306"/>
          </a:xfrm>
          <a:prstGeom prst="sun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58850E7-CE2B-42AA-8A9B-E5425725B474}"/>
              </a:ext>
            </a:extLst>
          </p:cNvPr>
          <p:cNvSpPr/>
          <p:nvPr/>
        </p:nvSpPr>
        <p:spPr>
          <a:xfrm>
            <a:off x="1676401" y="123825"/>
            <a:ext cx="3179684" cy="5697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參、心得</a:t>
            </a:r>
            <a:r>
              <a:rPr lang="zh-TW" altLang="en-US" sz="32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分享</a:t>
            </a:r>
          </a:p>
        </p:txBody>
      </p:sp>
    </p:spTree>
    <p:extLst>
      <p:ext uri="{BB962C8B-B14F-4D97-AF65-F5344CB8AC3E}">
        <p14:creationId xmlns:p14="http://schemas.microsoft.com/office/powerpoint/2010/main" val="3567818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>
            <a:cxnSpLocks/>
          </p:cNvCxnSpPr>
          <p:nvPr/>
        </p:nvCxnSpPr>
        <p:spPr>
          <a:xfrm>
            <a:off x="6096000" y="950455"/>
            <a:ext cx="0" cy="590754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797476" y="950455"/>
            <a:ext cx="800106" cy="634093"/>
          </a:xfrm>
          <a:prstGeom prst="rect">
            <a:avLst/>
          </a:prstGeom>
          <a:noFill/>
        </p:spPr>
        <p:txBody>
          <a:bodyPr vert="eaVert" wrap="none" lIns="91384" tIns="45693" rIns="91384" bIns="45693" rtlCol="0">
            <a:spAutoFit/>
          </a:bodyPr>
          <a:lstStyle/>
          <a:p>
            <a:r>
              <a:rPr lang="zh-TW" alt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人</a:t>
            </a:r>
            <a:endParaRPr lang="zh-CN" altLang="en-US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17527" y="950455"/>
            <a:ext cx="2400544" cy="5696971"/>
          </a:xfrm>
          <a:prstGeom prst="rect">
            <a:avLst/>
          </a:prstGeom>
          <a:noFill/>
        </p:spPr>
        <p:txBody>
          <a:bodyPr vert="eaVert" wrap="square" lIns="91384" tIns="45693" rIns="91384" bIns="45693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不管哪一對夫妻，都是有緣才能結合，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這意味著自己也包含著對方不好的部分。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只要能明白這一點，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大概就能想通結婚是怎麼一回事了吧。</a:t>
            </a:r>
            <a:endParaRPr lang="zh-CN" altLang="en-US" sz="1200" b="1" spc="3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3" name="图片 17">
            <a:extLst>
              <a:ext uri="{FF2B5EF4-FFF2-40B4-BE49-F238E27FC236}">
                <a16:creationId xmlns:a16="http://schemas.microsoft.com/office/drawing/2014/main" id="{49A1F43E-B95E-4805-BFE1-5BD4AA1852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6817"/>
          <a:stretch/>
        </p:blipFill>
        <p:spPr>
          <a:xfrm>
            <a:off x="0" y="3800475"/>
            <a:ext cx="5143501" cy="2735460"/>
          </a:xfrm>
          <a:prstGeom prst="rect">
            <a:avLst/>
          </a:prstGeom>
        </p:spPr>
      </p:pic>
      <p:pic>
        <p:nvPicPr>
          <p:cNvPr id="14" name="图片 16">
            <a:extLst>
              <a:ext uri="{FF2B5EF4-FFF2-40B4-BE49-F238E27FC236}">
                <a16:creationId xmlns:a16="http://schemas.microsoft.com/office/drawing/2014/main" id="{D2A4B959-3BD3-4C7A-8862-28BF55EC563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669" y="2396074"/>
            <a:ext cx="3016306" cy="3016306"/>
          </a:xfrm>
          <a:prstGeom prst="sun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2C20ABD-AAB0-4E73-82C4-F0A3F0A384BC}"/>
              </a:ext>
            </a:extLst>
          </p:cNvPr>
          <p:cNvSpPr/>
          <p:nvPr/>
        </p:nvSpPr>
        <p:spPr>
          <a:xfrm>
            <a:off x="1676401" y="123825"/>
            <a:ext cx="3179684" cy="5697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參、心得</a:t>
            </a:r>
            <a:r>
              <a:rPr lang="zh-TW" altLang="en-US" sz="32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分享</a:t>
            </a:r>
          </a:p>
        </p:txBody>
      </p:sp>
    </p:spTree>
    <p:extLst>
      <p:ext uri="{BB962C8B-B14F-4D97-AF65-F5344CB8AC3E}">
        <p14:creationId xmlns:p14="http://schemas.microsoft.com/office/powerpoint/2010/main" val="872697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>
            <a:cxnSpLocks/>
          </p:cNvCxnSpPr>
          <p:nvPr/>
        </p:nvCxnSpPr>
        <p:spPr>
          <a:xfrm>
            <a:off x="6096000" y="950455"/>
            <a:ext cx="0" cy="590754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797476" y="950455"/>
            <a:ext cx="800106" cy="634093"/>
          </a:xfrm>
          <a:prstGeom prst="rect">
            <a:avLst/>
          </a:prstGeom>
          <a:noFill/>
        </p:spPr>
        <p:txBody>
          <a:bodyPr vert="eaVert" wrap="none" lIns="91384" tIns="45693" rIns="91384" bIns="45693" rtlCol="0">
            <a:spAutoFit/>
          </a:bodyPr>
          <a:lstStyle/>
          <a:p>
            <a:r>
              <a:rPr lang="zh-TW" alt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生</a:t>
            </a:r>
            <a:endParaRPr lang="zh-CN" altLang="en-US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94526" y="1109709"/>
            <a:ext cx="1846546" cy="5537718"/>
          </a:xfrm>
          <a:prstGeom prst="rect">
            <a:avLst/>
          </a:prstGeom>
          <a:noFill/>
        </p:spPr>
        <p:txBody>
          <a:bodyPr vert="eaVert" wrap="square" lIns="91384" tIns="45693" rIns="91384" bIns="45693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有時你從一旁看來覺得好像很不錯的事，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意外地對當事者來說卻是痛苦萬分，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因為每個人的立場狀況事不同的。</a:t>
            </a:r>
            <a:endParaRPr lang="zh-CN" altLang="en-US" sz="1200" b="1" spc="3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3" name="图片 17">
            <a:extLst>
              <a:ext uri="{FF2B5EF4-FFF2-40B4-BE49-F238E27FC236}">
                <a16:creationId xmlns:a16="http://schemas.microsoft.com/office/drawing/2014/main" id="{49A1F43E-B95E-4805-BFE1-5BD4AA1852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6817"/>
          <a:stretch/>
        </p:blipFill>
        <p:spPr>
          <a:xfrm>
            <a:off x="0" y="3800475"/>
            <a:ext cx="5143501" cy="2735460"/>
          </a:xfrm>
          <a:prstGeom prst="rect">
            <a:avLst/>
          </a:prstGeom>
        </p:spPr>
      </p:pic>
      <p:pic>
        <p:nvPicPr>
          <p:cNvPr id="14" name="图片 16">
            <a:extLst>
              <a:ext uri="{FF2B5EF4-FFF2-40B4-BE49-F238E27FC236}">
                <a16:creationId xmlns:a16="http://schemas.microsoft.com/office/drawing/2014/main" id="{D2A4B959-3BD3-4C7A-8862-28BF55EC563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669" y="2396074"/>
            <a:ext cx="3016306" cy="3016306"/>
          </a:xfrm>
          <a:prstGeom prst="sun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AA42547-A36E-49AC-AB0E-9AE593B789C0}"/>
              </a:ext>
            </a:extLst>
          </p:cNvPr>
          <p:cNvSpPr/>
          <p:nvPr/>
        </p:nvSpPr>
        <p:spPr>
          <a:xfrm>
            <a:off x="1676401" y="123825"/>
            <a:ext cx="3179684" cy="5697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參、心得</a:t>
            </a:r>
            <a:r>
              <a:rPr lang="zh-TW" altLang="en-US" sz="32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分享</a:t>
            </a:r>
          </a:p>
        </p:txBody>
      </p:sp>
    </p:spTree>
    <p:extLst>
      <p:ext uri="{BB962C8B-B14F-4D97-AF65-F5344CB8AC3E}">
        <p14:creationId xmlns:p14="http://schemas.microsoft.com/office/powerpoint/2010/main" val="35890525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>
            <a:cxnSpLocks/>
          </p:cNvCxnSpPr>
          <p:nvPr/>
        </p:nvCxnSpPr>
        <p:spPr>
          <a:xfrm>
            <a:off x="6096000" y="950455"/>
            <a:ext cx="0" cy="590754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797476" y="950455"/>
            <a:ext cx="800106" cy="634093"/>
          </a:xfrm>
          <a:prstGeom prst="rect">
            <a:avLst/>
          </a:prstGeom>
          <a:noFill/>
        </p:spPr>
        <p:txBody>
          <a:bodyPr vert="eaVert" wrap="none" lIns="91384" tIns="45693" rIns="91384" bIns="45693" rtlCol="0">
            <a:spAutoFit/>
          </a:bodyPr>
          <a:lstStyle/>
          <a:p>
            <a:r>
              <a:rPr lang="zh-TW" alt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人</a:t>
            </a:r>
            <a:endParaRPr lang="zh-CN" altLang="en-US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971525" y="1594166"/>
            <a:ext cx="1292548" cy="3208654"/>
          </a:xfrm>
          <a:prstGeom prst="rect">
            <a:avLst/>
          </a:prstGeom>
          <a:noFill/>
        </p:spPr>
        <p:txBody>
          <a:bodyPr vert="eaVert" wrap="square" lIns="91384" tIns="45693" rIns="91384" bIns="45693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賺錢的人，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spc="300" dirty="0">
                <a:latin typeface="標楷體" panose="03000509000000000000" pitchFamily="65" charset="-120"/>
                <a:ea typeface="標楷體" panose="03000509000000000000" pitchFamily="65" charset="-120"/>
              </a:rPr>
              <a:t>只要拿錢就有責任。</a:t>
            </a:r>
            <a:endParaRPr lang="zh-CN" altLang="en-US" sz="1200" b="1" spc="3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3" name="图片 17">
            <a:extLst>
              <a:ext uri="{FF2B5EF4-FFF2-40B4-BE49-F238E27FC236}">
                <a16:creationId xmlns:a16="http://schemas.microsoft.com/office/drawing/2014/main" id="{49A1F43E-B95E-4805-BFE1-5BD4AA1852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6817"/>
          <a:stretch/>
        </p:blipFill>
        <p:spPr>
          <a:xfrm>
            <a:off x="0" y="3800475"/>
            <a:ext cx="5143501" cy="2735460"/>
          </a:xfrm>
          <a:prstGeom prst="rect">
            <a:avLst/>
          </a:prstGeom>
        </p:spPr>
      </p:pic>
      <p:pic>
        <p:nvPicPr>
          <p:cNvPr id="14" name="图片 16">
            <a:extLst>
              <a:ext uri="{FF2B5EF4-FFF2-40B4-BE49-F238E27FC236}">
                <a16:creationId xmlns:a16="http://schemas.microsoft.com/office/drawing/2014/main" id="{D2A4B959-3BD3-4C7A-8862-28BF55EC563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669" y="2396074"/>
            <a:ext cx="3016306" cy="3016306"/>
          </a:xfrm>
          <a:prstGeom prst="sun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EAE5BAE-D373-406E-847A-570B27D6F73C}"/>
              </a:ext>
            </a:extLst>
          </p:cNvPr>
          <p:cNvSpPr/>
          <p:nvPr/>
        </p:nvSpPr>
        <p:spPr>
          <a:xfrm>
            <a:off x="1676401" y="123825"/>
            <a:ext cx="3179684" cy="5697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參、心得</a:t>
            </a:r>
            <a:r>
              <a:rPr lang="zh-TW" altLang="en-US" sz="32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分享</a:t>
            </a:r>
          </a:p>
        </p:txBody>
      </p:sp>
    </p:spTree>
    <p:extLst>
      <p:ext uri="{BB962C8B-B14F-4D97-AF65-F5344CB8AC3E}">
        <p14:creationId xmlns:p14="http://schemas.microsoft.com/office/powerpoint/2010/main" val="21457463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>
            <a:cxnSpLocks/>
          </p:cNvCxnSpPr>
          <p:nvPr/>
        </p:nvCxnSpPr>
        <p:spPr>
          <a:xfrm>
            <a:off x="6096000" y="950455"/>
            <a:ext cx="0" cy="590754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797476" y="950455"/>
            <a:ext cx="800106" cy="634093"/>
          </a:xfrm>
          <a:prstGeom prst="rect">
            <a:avLst/>
          </a:prstGeom>
          <a:noFill/>
        </p:spPr>
        <p:txBody>
          <a:bodyPr vert="eaVert" wrap="none" lIns="91384" tIns="45693" rIns="91384" bIns="45693" rtlCol="0">
            <a:spAutoFit/>
          </a:bodyPr>
          <a:lstStyle/>
          <a:p>
            <a:r>
              <a:rPr lang="zh-TW" alt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絆</a:t>
            </a:r>
            <a:endParaRPr lang="zh-CN" altLang="en-US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971525" y="1594165"/>
            <a:ext cx="1292548" cy="5053261"/>
          </a:xfrm>
          <a:prstGeom prst="rect">
            <a:avLst/>
          </a:prstGeom>
          <a:noFill/>
        </p:spPr>
        <p:txBody>
          <a:bodyPr vert="eaVert" wrap="square" lIns="91384" tIns="45693" rIns="91384" bIns="45693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為了來生不要再相遇，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現在可得要好好地在一起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笑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CN" altLang="en-US" sz="1200" b="1" spc="3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3" name="图片 17">
            <a:extLst>
              <a:ext uri="{FF2B5EF4-FFF2-40B4-BE49-F238E27FC236}">
                <a16:creationId xmlns:a16="http://schemas.microsoft.com/office/drawing/2014/main" id="{49A1F43E-B95E-4805-BFE1-5BD4AA1852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6817"/>
          <a:stretch/>
        </p:blipFill>
        <p:spPr>
          <a:xfrm>
            <a:off x="0" y="3800475"/>
            <a:ext cx="5143501" cy="2735460"/>
          </a:xfrm>
          <a:prstGeom prst="rect">
            <a:avLst/>
          </a:prstGeom>
        </p:spPr>
      </p:pic>
      <p:pic>
        <p:nvPicPr>
          <p:cNvPr id="14" name="图片 16">
            <a:extLst>
              <a:ext uri="{FF2B5EF4-FFF2-40B4-BE49-F238E27FC236}">
                <a16:creationId xmlns:a16="http://schemas.microsoft.com/office/drawing/2014/main" id="{D2A4B959-3BD3-4C7A-8862-28BF55EC563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669" y="2396074"/>
            <a:ext cx="3016306" cy="3016306"/>
          </a:xfrm>
          <a:prstGeom prst="sun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007EB47-674A-4CC0-8ADD-468A0A0A243E}"/>
              </a:ext>
            </a:extLst>
          </p:cNvPr>
          <p:cNvSpPr/>
          <p:nvPr/>
        </p:nvSpPr>
        <p:spPr>
          <a:xfrm>
            <a:off x="1676401" y="123825"/>
            <a:ext cx="3179684" cy="5697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參、心得</a:t>
            </a:r>
            <a:r>
              <a:rPr lang="zh-TW" altLang="en-US" sz="32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分享</a:t>
            </a:r>
          </a:p>
        </p:txBody>
      </p:sp>
    </p:spTree>
    <p:extLst>
      <p:ext uri="{BB962C8B-B14F-4D97-AF65-F5344CB8AC3E}">
        <p14:creationId xmlns:p14="http://schemas.microsoft.com/office/powerpoint/2010/main" val="201617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>
            <a:cxnSpLocks/>
          </p:cNvCxnSpPr>
          <p:nvPr/>
        </p:nvCxnSpPr>
        <p:spPr>
          <a:xfrm>
            <a:off x="6096000" y="950455"/>
            <a:ext cx="0" cy="590754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797476" y="950455"/>
            <a:ext cx="800106" cy="634093"/>
          </a:xfrm>
          <a:prstGeom prst="rect">
            <a:avLst/>
          </a:prstGeom>
          <a:noFill/>
        </p:spPr>
        <p:txBody>
          <a:bodyPr vert="eaVert" wrap="none" lIns="91384" tIns="45693" rIns="91384" bIns="45693" rtlCol="0">
            <a:spAutoFit/>
          </a:bodyPr>
          <a:lstStyle/>
          <a:p>
            <a:r>
              <a:rPr lang="zh-TW" alt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家</a:t>
            </a:r>
            <a:endParaRPr lang="zh-CN" altLang="en-US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971525" y="1594165"/>
            <a:ext cx="1292548" cy="5053261"/>
          </a:xfrm>
          <a:prstGeom prst="rect">
            <a:avLst/>
          </a:prstGeom>
          <a:noFill/>
        </p:spPr>
        <p:txBody>
          <a:bodyPr vert="eaVert" wrap="square" lIns="91384" tIns="45693" rIns="91384" bIns="45693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家人之間，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並沒有「非得如此」的規則。</a:t>
            </a:r>
            <a:endParaRPr lang="zh-CN" altLang="en-US" sz="1200" b="1" spc="3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3" name="图片 17">
            <a:extLst>
              <a:ext uri="{FF2B5EF4-FFF2-40B4-BE49-F238E27FC236}">
                <a16:creationId xmlns:a16="http://schemas.microsoft.com/office/drawing/2014/main" id="{49A1F43E-B95E-4805-BFE1-5BD4AA1852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6817"/>
          <a:stretch/>
        </p:blipFill>
        <p:spPr>
          <a:xfrm>
            <a:off x="0" y="3800475"/>
            <a:ext cx="5143501" cy="2735460"/>
          </a:xfrm>
          <a:prstGeom prst="rect">
            <a:avLst/>
          </a:prstGeom>
        </p:spPr>
      </p:pic>
      <p:pic>
        <p:nvPicPr>
          <p:cNvPr id="14" name="图片 16">
            <a:extLst>
              <a:ext uri="{FF2B5EF4-FFF2-40B4-BE49-F238E27FC236}">
                <a16:creationId xmlns:a16="http://schemas.microsoft.com/office/drawing/2014/main" id="{D2A4B959-3BD3-4C7A-8862-28BF55EC563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669" y="2396074"/>
            <a:ext cx="3016306" cy="3016306"/>
          </a:xfrm>
          <a:prstGeom prst="sun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E72ED78-AD0B-4F68-8E07-C6AFDE546CBA}"/>
              </a:ext>
            </a:extLst>
          </p:cNvPr>
          <p:cNvSpPr/>
          <p:nvPr/>
        </p:nvSpPr>
        <p:spPr>
          <a:xfrm>
            <a:off x="1676401" y="123825"/>
            <a:ext cx="3179684" cy="5697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參、心得分享</a:t>
            </a:r>
          </a:p>
        </p:txBody>
      </p:sp>
    </p:spTree>
    <p:extLst>
      <p:ext uri="{BB962C8B-B14F-4D97-AF65-F5344CB8AC3E}">
        <p14:creationId xmlns:p14="http://schemas.microsoft.com/office/powerpoint/2010/main" val="3384541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>
            <a:cxnSpLocks/>
          </p:cNvCxnSpPr>
          <p:nvPr/>
        </p:nvCxnSpPr>
        <p:spPr>
          <a:xfrm>
            <a:off x="6096000" y="950455"/>
            <a:ext cx="0" cy="590754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797476" y="950455"/>
            <a:ext cx="800106" cy="634093"/>
          </a:xfrm>
          <a:prstGeom prst="rect">
            <a:avLst/>
          </a:prstGeom>
          <a:noFill/>
        </p:spPr>
        <p:txBody>
          <a:bodyPr vert="eaVert" wrap="none" lIns="91384" tIns="45693" rIns="91384" bIns="45693" rtlCol="0">
            <a:spAutoFit/>
          </a:bodyPr>
          <a:lstStyle/>
          <a:p>
            <a:r>
              <a:rPr lang="zh-TW" alt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家</a:t>
            </a:r>
            <a:endParaRPr lang="en-US" altLang="zh-TW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971525" y="1594165"/>
            <a:ext cx="1292548" cy="5053261"/>
          </a:xfrm>
          <a:prstGeom prst="rect">
            <a:avLst/>
          </a:prstGeom>
          <a:noFill/>
        </p:spPr>
        <p:txBody>
          <a:bodyPr vert="eaVert" wrap="square" lIns="91384" tIns="45693" rIns="91384" bIns="45693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換個詞來說，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缺點也能變優點。</a:t>
            </a:r>
            <a:endParaRPr lang="zh-CN" altLang="en-US" sz="1200" b="1" spc="3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3" name="图片 17">
            <a:extLst>
              <a:ext uri="{FF2B5EF4-FFF2-40B4-BE49-F238E27FC236}">
                <a16:creationId xmlns:a16="http://schemas.microsoft.com/office/drawing/2014/main" id="{49A1F43E-B95E-4805-BFE1-5BD4AA1852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6817"/>
          <a:stretch/>
        </p:blipFill>
        <p:spPr>
          <a:xfrm>
            <a:off x="0" y="3800475"/>
            <a:ext cx="5143501" cy="2735460"/>
          </a:xfrm>
          <a:prstGeom prst="rect">
            <a:avLst/>
          </a:prstGeom>
        </p:spPr>
      </p:pic>
      <p:pic>
        <p:nvPicPr>
          <p:cNvPr id="14" name="图片 16">
            <a:extLst>
              <a:ext uri="{FF2B5EF4-FFF2-40B4-BE49-F238E27FC236}">
                <a16:creationId xmlns:a16="http://schemas.microsoft.com/office/drawing/2014/main" id="{D2A4B959-3BD3-4C7A-8862-28BF55EC563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669" y="2396074"/>
            <a:ext cx="3016306" cy="3016306"/>
          </a:xfrm>
          <a:prstGeom prst="sun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A5C10D8-9ED7-4E8D-A9BF-10FC03D140B7}"/>
              </a:ext>
            </a:extLst>
          </p:cNvPr>
          <p:cNvSpPr/>
          <p:nvPr/>
        </p:nvSpPr>
        <p:spPr>
          <a:xfrm>
            <a:off x="1676401" y="123825"/>
            <a:ext cx="3179684" cy="5697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參、心得</a:t>
            </a:r>
            <a:r>
              <a:rPr lang="zh-TW" altLang="en-US" sz="32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分享</a:t>
            </a:r>
          </a:p>
        </p:txBody>
      </p:sp>
    </p:spTree>
    <p:extLst>
      <p:ext uri="{BB962C8B-B14F-4D97-AF65-F5344CB8AC3E}">
        <p14:creationId xmlns:p14="http://schemas.microsoft.com/office/powerpoint/2010/main" val="31049194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>
            <a:cxnSpLocks/>
          </p:cNvCxnSpPr>
          <p:nvPr/>
        </p:nvCxnSpPr>
        <p:spPr>
          <a:xfrm>
            <a:off x="6096000" y="950455"/>
            <a:ext cx="0" cy="590754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797476" y="950455"/>
            <a:ext cx="800106" cy="634093"/>
          </a:xfrm>
          <a:prstGeom prst="rect">
            <a:avLst/>
          </a:prstGeom>
          <a:noFill/>
        </p:spPr>
        <p:txBody>
          <a:bodyPr vert="eaVert" wrap="none" lIns="91384" tIns="45693" rIns="91384" bIns="45693" rtlCol="0">
            <a:spAutoFit/>
          </a:bodyPr>
          <a:lstStyle/>
          <a:p>
            <a:r>
              <a:rPr lang="zh-TW" alt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務</a:t>
            </a:r>
            <a:endParaRPr lang="zh-CN" altLang="en-US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94526" y="861135"/>
            <a:ext cx="1846546" cy="5786292"/>
          </a:xfrm>
          <a:prstGeom prst="rect">
            <a:avLst/>
          </a:prstGeom>
          <a:noFill/>
        </p:spPr>
        <p:txBody>
          <a:bodyPr vert="eaVert" wrap="square" lIns="91384" tIns="45693" rIns="91384" bIns="45693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我希望自己能成為畫筆下的其中一個顏色，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或是庭院裡的其中一棵樹就好了。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因為在這裡，最令我感到自在。</a:t>
            </a:r>
            <a:endParaRPr lang="zh-CN" altLang="en-US" sz="1200" b="1" spc="3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3" name="图片 17">
            <a:extLst>
              <a:ext uri="{FF2B5EF4-FFF2-40B4-BE49-F238E27FC236}">
                <a16:creationId xmlns:a16="http://schemas.microsoft.com/office/drawing/2014/main" id="{49A1F43E-B95E-4805-BFE1-5BD4AA1852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6817"/>
          <a:stretch/>
        </p:blipFill>
        <p:spPr>
          <a:xfrm>
            <a:off x="0" y="3800475"/>
            <a:ext cx="5143501" cy="2735460"/>
          </a:xfrm>
          <a:prstGeom prst="rect">
            <a:avLst/>
          </a:prstGeom>
        </p:spPr>
      </p:pic>
      <p:pic>
        <p:nvPicPr>
          <p:cNvPr id="14" name="图片 16">
            <a:extLst>
              <a:ext uri="{FF2B5EF4-FFF2-40B4-BE49-F238E27FC236}">
                <a16:creationId xmlns:a16="http://schemas.microsoft.com/office/drawing/2014/main" id="{D2A4B959-3BD3-4C7A-8862-28BF55EC563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669" y="2396074"/>
            <a:ext cx="3016306" cy="3016306"/>
          </a:xfrm>
          <a:prstGeom prst="sun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D0A87FF-87E4-452D-A78B-A6E6F7667DD6}"/>
              </a:ext>
            </a:extLst>
          </p:cNvPr>
          <p:cNvSpPr/>
          <p:nvPr/>
        </p:nvSpPr>
        <p:spPr>
          <a:xfrm>
            <a:off x="1676401" y="123825"/>
            <a:ext cx="3179684" cy="5697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參、心得</a:t>
            </a:r>
            <a:r>
              <a:rPr lang="zh-TW" altLang="en-US" sz="32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分享</a:t>
            </a:r>
          </a:p>
        </p:txBody>
      </p:sp>
    </p:spTree>
    <p:extLst>
      <p:ext uri="{BB962C8B-B14F-4D97-AF65-F5344CB8AC3E}">
        <p14:creationId xmlns:p14="http://schemas.microsoft.com/office/powerpoint/2010/main" val="40244734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>
            <a:cxnSpLocks/>
          </p:cNvCxnSpPr>
          <p:nvPr/>
        </p:nvCxnSpPr>
        <p:spPr>
          <a:xfrm>
            <a:off x="6096000" y="950455"/>
            <a:ext cx="0" cy="590754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797476" y="950455"/>
            <a:ext cx="800106" cy="634093"/>
          </a:xfrm>
          <a:prstGeom prst="rect">
            <a:avLst/>
          </a:prstGeom>
          <a:noFill/>
        </p:spPr>
        <p:txBody>
          <a:bodyPr vert="eaVert" wrap="none" lIns="91384" tIns="45693" rIns="91384" bIns="45693" rtlCol="0">
            <a:spAutoFit/>
          </a:bodyPr>
          <a:lstStyle/>
          <a:p>
            <a:r>
              <a:rPr lang="zh-TW" alt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務</a:t>
            </a:r>
            <a:endParaRPr lang="zh-CN" altLang="en-US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17527" y="1594165"/>
            <a:ext cx="2400544" cy="5053261"/>
          </a:xfrm>
          <a:prstGeom prst="rect">
            <a:avLst/>
          </a:prstGeom>
          <a:noFill/>
        </p:spPr>
        <p:txBody>
          <a:bodyPr vert="eaVert" wrap="square" lIns="91384" tIns="45693" rIns="91384" bIns="45693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人也有所謂的「物盡其用」，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一個人會因為被放在不同的地方，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決定它可能是好好發揮所長，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或是坐著無趣的事。</a:t>
            </a:r>
            <a:endParaRPr lang="zh-CN" altLang="en-US" sz="1200" b="1" spc="3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3" name="图片 17">
            <a:extLst>
              <a:ext uri="{FF2B5EF4-FFF2-40B4-BE49-F238E27FC236}">
                <a16:creationId xmlns:a16="http://schemas.microsoft.com/office/drawing/2014/main" id="{49A1F43E-B95E-4805-BFE1-5BD4AA1852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6817"/>
          <a:stretch/>
        </p:blipFill>
        <p:spPr>
          <a:xfrm>
            <a:off x="0" y="3800475"/>
            <a:ext cx="5143501" cy="2735460"/>
          </a:xfrm>
          <a:prstGeom prst="rect">
            <a:avLst/>
          </a:prstGeom>
        </p:spPr>
      </p:pic>
      <p:pic>
        <p:nvPicPr>
          <p:cNvPr id="14" name="图片 16">
            <a:extLst>
              <a:ext uri="{FF2B5EF4-FFF2-40B4-BE49-F238E27FC236}">
                <a16:creationId xmlns:a16="http://schemas.microsoft.com/office/drawing/2014/main" id="{D2A4B959-3BD3-4C7A-8862-28BF55EC563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669" y="2396074"/>
            <a:ext cx="3016306" cy="3016306"/>
          </a:xfrm>
          <a:prstGeom prst="sun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C77837C-4CE2-4EC0-AE09-A266F7F8F367}"/>
              </a:ext>
            </a:extLst>
          </p:cNvPr>
          <p:cNvSpPr/>
          <p:nvPr/>
        </p:nvSpPr>
        <p:spPr>
          <a:xfrm>
            <a:off x="1676401" y="123825"/>
            <a:ext cx="3179684" cy="5697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參、心得</a:t>
            </a:r>
            <a:r>
              <a:rPr lang="zh-TW" altLang="en-US" sz="32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分享</a:t>
            </a:r>
          </a:p>
        </p:txBody>
      </p:sp>
    </p:spTree>
    <p:extLst>
      <p:ext uri="{BB962C8B-B14F-4D97-AF65-F5344CB8AC3E}">
        <p14:creationId xmlns:p14="http://schemas.microsoft.com/office/powerpoint/2010/main" val="1066106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>
            <a:cxnSpLocks/>
          </p:cNvCxnSpPr>
          <p:nvPr/>
        </p:nvCxnSpPr>
        <p:spPr>
          <a:xfrm>
            <a:off x="6096000" y="950455"/>
            <a:ext cx="0" cy="590754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797476" y="950455"/>
            <a:ext cx="800106" cy="634093"/>
          </a:xfrm>
          <a:prstGeom prst="rect">
            <a:avLst/>
          </a:prstGeom>
          <a:noFill/>
        </p:spPr>
        <p:txBody>
          <a:bodyPr vert="eaVert" wrap="none" lIns="91384" tIns="45693" rIns="91384" bIns="45693" rtlCol="0">
            <a:spAutoFit/>
          </a:bodyPr>
          <a:lstStyle/>
          <a:p>
            <a:r>
              <a:rPr lang="zh-TW" alt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務</a:t>
            </a:r>
            <a:endParaRPr lang="zh-CN" altLang="en-US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971525" y="1594165"/>
            <a:ext cx="1292548" cy="5053261"/>
          </a:xfrm>
          <a:prstGeom prst="rect">
            <a:avLst/>
          </a:prstGeom>
          <a:noFill/>
        </p:spPr>
        <p:txBody>
          <a:bodyPr vert="eaVert" wrap="square" lIns="91384" tIns="45693" rIns="91384" bIns="45693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不被期待，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才能做出最好的東西。</a:t>
            </a:r>
            <a:endParaRPr lang="zh-CN" altLang="en-US" sz="1200" b="1" spc="3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3" name="图片 17">
            <a:extLst>
              <a:ext uri="{FF2B5EF4-FFF2-40B4-BE49-F238E27FC236}">
                <a16:creationId xmlns:a16="http://schemas.microsoft.com/office/drawing/2014/main" id="{49A1F43E-B95E-4805-BFE1-5BD4AA1852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6817"/>
          <a:stretch/>
        </p:blipFill>
        <p:spPr>
          <a:xfrm>
            <a:off x="0" y="3800475"/>
            <a:ext cx="5143501" cy="2735460"/>
          </a:xfrm>
          <a:prstGeom prst="rect">
            <a:avLst/>
          </a:prstGeom>
        </p:spPr>
      </p:pic>
      <p:pic>
        <p:nvPicPr>
          <p:cNvPr id="14" name="图片 16">
            <a:extLst>
              <a:ext uri="{FF2B5EF4-FFF2-40B4-BE49-F238E27FC236}">
                <a16:creationId xmlns:a16="http://schemas.microsoft.com/office/drawing/2014/main" id="{D2A4B959-3BD3-4C7A-8862-28BF55EC563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669" y="2396074"/>
            <a:ext cx="3016306" cy="3016306"/>
          </a:xfrm>
          <a:prstGeom prst="sun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486ECFF-5669-4E13-94EB-6814B1C9D3B9}"/>
              </a:ext>
            </a:extLst>
          </p:cNvPr>
          <p:cNvSpPr/>
          <p:nvPr/>
        </p:nvSpPr>
        <p:spPr>
          <a:xfrm>
            <a:off x="1676401" y="123825"/>
            <a:ext cx="3179684" cy="5697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參、心得</a:t>
            </a:r>
            <a:r>
              <a:rPr lang="zh-TW" altLang="en-US" sz="32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分享</a:t>
            </a:r>
          </a:p>
        </p:txBody>
      </p:sp>
    </p:spTree>
    <p:extLst>
      <p:ext uri="{BB962C8B-B14F-4D97-AF65-F5344CB8AC3E}">
        <p14:creationId xmlns:p14="http://schemas.microsoft.com/office/powerpoint/2010/main" val="30790293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>
            <a:cxnSpLocks/>
          </p:cNvCxnSpPr>
          <p:nvPr/>
        </p:nvCxnSpPr>
        <p:spPr>
          <a:xfrm>
            <a:off x="6096000" y="950455"/>
            <a:ext cx="0" cy="590754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797476" y="950455"/>
            <a:ext cx="800106" cy="634093"/>
          </a:xfrm>
          <a:prstGeom prst="rect">
            <a:avLst/>
          </a:prstGeom>
          <a:noFill/>
        </p:spPr>
        <p:txBody>
          <a:bodyPr vert="eaVert" wrap="none" lIns="91384" tIns="45693" rIns="91384" bIns="45693" rtlCol="0">
            <a:spAutoFit/>
          </a:bodyPr>
          <a:lstStyle/>
          <a:p>
            <a:r>
              <a:rPr lang="zh-TW" alt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務</a:t>
            </a:r>
            <a:endParaRPr lang="zh-CN" altLang="en-US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971525" y="1594165"/>
            <a:ext cx="1292548" cy="5053261"/>
          </a:xfrm>
          <a:prstGeom prst="rect">
            <a:avLst/>
          </a:prstGeom>
          <a:noFill/>
        </p:spPr>
        <p:txBody>
          <a:bodyPr vert="eaVert" wrap="square" lIns="91384" tIns="45693" rIns="91384" bIns="45693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要看他們能否盡到應盡的責任，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來決定今後他們做為人的價值。</a:t>
            </a:r>
            <a:endParaRPr lang="zh-CN" altLang="en-US" sz="1200" b="1" spc="3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3" name="图片 17">
            <a:extLst>
              <a:ext uri="{FF2B5EF4-FFF2-40B4-BE49-F238E27FC236}">
                <a16:creationId xmlns:a16="http://schemas.microsoft.com/office/drawing/2014/main" id="{49A1F43E-B95E-4805-BFE1-5BD4AA1852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6817"/>
          <a:stretch/>
        </p:blipFill>
        <p:spPr>
          <a:xfrm>
            <a:off x="0" y="3800475"/>
            <a:ext cx="5143501" cy="2735460"/>
          </a:xfrm>
          <a:prstGeom prst="rect">
            <a:avLst/>
          </a:prstGeom>
        </p:spPr>
      </p:pic>
      <p:pic>
        <p:nvPicPr>
          <p:cNvPr id="14" name="图片 16">
            <a:extLst>
              <a:ext uri="{FF2B5EF4-FFF2-40B4-BE49-F238E27FC236}">
                <a16:creationId xmlns:a16="http://schemas.microsoft.com/office/drawing/2014/main" id="{D2A4B959-3BD3-4C7A-8862-28BF55EC563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669" y="2396074"/>
            <a:ext cx="3016306" cy="3016306"/>
          </a:xfrm>
          <a:prstGeom prst="sun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862BA01-6277-45E1-A0E5-A39C5CC9F42F}"/>
              </a:ext>
            </a:extLst>
          </p:cNvPr>
          <p:cNvSpPr/>
          <p:nvPr/>
        </p:nvSpPr>
        <p:spPr>
          <a:xfrm>
            <a:off x="1676401" y="123825"/>
            <a:ext cx="3179684" cy="5697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參、心得</a:t>
            </a:r>
            <a:r>
              <a:rPr lang="zh-TW" altLang="en-US" sz="32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分享</a:t>
            </a:r>
          </a:p>
        </p:txBody>
      </p:sp>
    </p:spTree>
    <p:extLst>
      <p:ext uri="{BB962C8B-B14F-4D97-AF65-F5344CB8AC3E}">
        <p14:creationId xmlns:p14="http://schemas.microsoft.com/office/powerpoint/2010/main" val="16211653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>
            <a:cxnSpLocks/>
          </p:cNvCxnSpPr>
          <p:nvPr/>
        </p:nvCxnSpPr>
        <p:spPr>
          <a:xfrm>
            <a:off x="6096000" y="950455"/>
            <a:ext cx="0" cy="590754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797476" y="950455"/>
            <a:ext cx="800106" cy="634093"/>
          </a:xfrm>
          <a:prstGeom prst="rect">
            <a:avLst/>
          </a:prstGeom>
          <a:noFill/>
        </p:spPr>
        <p:txBody>
          <a:bodyPr vert="eaVert" wrap="none" lIns="91384" tIns="45693" rIns="91384" bIns="45693" rtlCol="0">
            <a:spAutoFit/>
          </a:bodyPr>
          <a:lstStyle/>
          <a:p>
            <a:r>
              <a:rPr lang="zh-TW" alt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死</a:t>
            </a:r>
            <a:endParaRPr lang="zh-CN" altLang="en-US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42934" y="1080443"/>
            <a:ext cx="2954542" cy="5440063"/>
          </a:xfrm>
          <a:prstGeom prst="rect">
            <a:avLst/>
          </a:prstGeom>
          <a:noFill/>
        </p:spPr>
        <p:txBody>
          <a:bodyPr vert="eaVert" wrap="square" lIns="91384" tIns="45693" rIns="91384" bIns="45693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希望自己年紀愈大，表情愈是有精神。我希望自己能夠活到全身細胞無法再動、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心無執念為止。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如此一來，就能夠接受一切、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毫無遺憾地死去吧。</a:t>
            </a:r>
            <a:endParaRPr lang="zh-CN" altLang="en-US" sz="1200" b="1" spc="3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3" name="图片 17">
            <a:extLst>
              <a:ext uri="{FF2B5EF4-FFF2-40B4-BE49-F238E27FC236}">
                <a16:creationId xmlns:a16="http://schemas.microsoft.com/office/drawing/2014/main" id="{49A1F43E-B95E-4805-BFE1-5BD4AA1852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6817"/>
          <a:stretch/>
        </p:blipFill>
        <p:spPr>
          <a:xfrm>
            <a:off x="0" y="3800475"/>
            <a:ext cx="5143501" cy="2735460"/>
          </a:xfrm>
          <a:prstGeom prst="rect">
            <a:avLst/>
          </a:prstGeom>
        </p:spPr>
      </p:pic>
      <p:pic>
        <p:nvPicPr>
          <p:cNvPr id="14" name="图片 16">
            <a:extLst>
              <a:ext uri="{FF2B5EF4-FFF2-40B4-BE49-F238E27FC236}">
                <a16:creationId xmlns:a16="http://schemas.microsoft.com/office/drawing/2014/main" id="{D2A4B959-3BD3-4C7A-8862-28BF55EC563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669" y="2396074"/>
            <a:ext cx="3016306" cy="3016306"/>
          </a:xfrm>
          <a:prstGeom prst="sun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AA2F94D-32A9-4FAB-AA31-BB954D295A6F}"/>
              </a:ext>
            </a:extLst>
          </p:cNvPr>
          <p:cNvSpPr/>
          <p:nvPr/>
        </p:nvSpPr>
        <p:spPr>
          <a:xfrm>
            <a:off x="1676401" y="123825"/>
            <a:ext cx="3179684" cy="5697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參、心得</a:t>
            </a:r>
            <a:r>
              <a:rPr lang="zh-TW" altLang="en-US" sz="32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分享</a:t>
            </a:r>
          </a:p>
        </p:txBody>
      </p:sp>
    </p:spTree>
    <p:extLst>
      <p:ext uri="{BB962C8B-B14F-4D97-AF65-F5344CB8AC3E}">
        <p14:creationId xmlns:p14="http://schemas.microsoft.com/office/powerpoint/2010/main" val="39680764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>
            <a:cxnSpLocks/>
          </p:cNvCxnSpPr>
          <p:nvPr/>
        </p:nvCxnSpPr>
        <p:spPr>
          <a:xfrm>
            <a:off x="6096000" y="950455"/>
            <a:ext cx="0" cy="590754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797476" y="950455"/>
            <a:ext cx="800106" cy="634093"/>
          </a:xfrm>
          <a:prstGeom prst="rect">
            <a:avLst/>
          </a:prstGeom>
          <a:noFill/>
        </p:spPr>
        <p:txBody>
          <a:bodyPr vert="eaVert" wrap="none" lIns="91384" tIns="45693" rIns="91384" bIns="45693" rtlCol="0">
            <a:spAutoFit/>
          </a:bodyPr>
          <a:lstStyle/>
          <a:p>
            <a:r>
              <a:rPr lang="zh-TW" alt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死</a:t>
            </a:r>
            <a:endParaRPr lang="zh-CN" altLang="en-US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971525" y="1594165"/>
            <a:ext cx="1292548" cy="5053261"/>
          </a:xfrm>
          <a:prstGeom prst="rect">
            <a:avLst/>
          </a:prstGeom>
          <a:noFill/>
        </p:spPr>
        <p:txBody>
          <a:bodyPr vert="eaVert" wrap="square" lIns="91384" tIns="45693" rIns="91384" bIns="45693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能夠漸漸衰老而去，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是最棒的死法。</a:t>
            </a:r>
            <a:endParaRPr lang="zh-CN" altLang="en-US" sz="1200" b="1" spc="3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3" name="图片 17">
            <a:extLst>
              <a:ext uri="{FF2B5EF4-FFF2-40B4-BE49-F238E27FC236}">
                <a16:creationId xmlns:a16="http://schemas.microsoft.com/office/drawing/2014/main" id="{49A1F43E-B95E-4805-BFE1-5BD4AA1852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6817"/>
          <a:stretch/>
        </p:blipFill>
        <p:spPr>
          <a:xfrm>
            <a:off x="0" y="3800475"/>
            <a:ext cx="5143501" cy="2735460"/>
          </a:xfrm>
          <a:prstGeom prst="rect">
            <a:avLst/>
          </a:prstGeom>
        </p:spPr>
      </p:pic>
      <p:pic>
        <p:nvPicPr>
          <p:cNvPr id="14" name="图片 16">
            <a:extLst>
              <a:ext uri="{FF2B5EF4-FFF2-40B4-BE49-F238E27FC236}">
                <a16:creationId xmlns:a16="http://schemas.microsoft.com/office/drawing/2014/main" id="{D2A4B959-3BD3-4C7A-8862-28BF55EC563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669" y="2396074"/>
            <a:ext cx="3016306" cy="3016306"/>
          </a:xfrm>
          <a:prstGeom prst="sun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51AF98C-4E1D-466E-82EC-A8A65A0D929F}"/>
              </a:ext>
            </a:extLst>
          </p:cNvPr>
          <p:cNvSpPr/>
          <p:nvPr/>
        </p:nvSpPr>
        <p:spPr>
          <a:xfrm>
            <a:off x="1676401" y="123825"/>
            <a:ext cx="3179684" cy="5697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參、心得</a:t>
            </a:r>
            <a:r>
              <a:rPr lang="zh-TW" altLang="en-US" sz="32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分享</a:t>
            </a:r>
          </a:p>
        </p:txBody>
      </p:sp>
    </p:spTree>
    <p:extLst>
      <p:ext uri="{BB962C8B-B14F-4D97-AF65-F5344CB8AC3E}">
        <p14:creationId xmlns:p14="http://schemas.microsoft.com/office/powerpoint/2010/main" val="27760367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>
            <a:cxnSpLocks/>
          </p:cNvCxnSpPr>
          <p:nvPr/>
        </p:nvCxnSpPr>
        <p:spPr>
          <a:xfrm>
            <a:off x="6096000" y="950455"/>
            <a:ext cx="0" cy="590754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797476" y="950455"/>
            <a:ext cx="800106" cy="634093"/>
          </a:xfrm>
          <a:prstGeom prst="rect">
            <a:avLst/>
          </a:prstGeom>
          <a:noFill/>
        </p:spPr>
        <p:txBody>
          <a:bodyPr vert="eaVert" wrap="none" lIns="91384" tIns="45693" rIns="91384" bIns="45693" rtlCol="0">
            <a:spAutoFit/>
          </a:bodyPr>
          <a:lstStyle/>
          <a:p>
            <a:r>
              <a:rPr lang="zh-TW" alt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死</a:t>
            </a:r>
            <a:endParaRPr lang="zh-CN" altLang="en-US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28523" y="1113174"/>
            <a:ext cx="3508540" cy="5582106"/>
          </a:xfrm>
          <a:prstGeom prst="rect">
            <a:avLst/>
          </a:prstGeom>
          <a:noFill/>
        </p:spPr>
        <p:txBody>
          <a:bodyPr vert="eaVert" wrap="square" lIns="91384" tIns="45693" rIns="91384" bIns="45693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我的理想是希望活到最後一刻都是美的。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存在的本身，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是為了想要成為人家看你時，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能屏息讚嘆的那種人，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不是為了那些有形之物，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而是心的器量。</a:t>
            </a:r>
            <a:endParaRPr lang="zh-CN" altLang="en-US" sz="1200" b="1" spc="3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3" name="图片 17">
            <a:extLst>
              <a:ext uri="{FF2B5EF4-FFF2-40B4-BE49-F238E27FC236}">
                <a16:creationId xmlns:a16="http://schemas.microsoft.com/office/drawing/2014/main" id="{49A1F43E-B95E-4805-BFE1-5BD4AA1852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6817"/>
          <a:stretch/>
        </p:blipFill>
        <p:spPr>
          <a:xfrm>
            <a:off x="0" y="3800475"/>
            <a:ext cx="5143501" cy="2735460"/>
          </a:xfrm>
          <a:prstGeom prst="rect">
            <a:avLst/>
          </a:prstGeom>
        </p:spPr>
      </p:pic>
      <p:pic>
        <p:nvPicPr>
          <p:cNvPr id="14" name="图片 16">
            <a:extLst>
              <a:ext uri="{FF2B5EF4-FFF2-40B4-BE49-F238E27FC236}">
                <a16:creationId xmlns:a16="http://schemas.microsoft.com/office/drawing/2014/main" id="{D2A4B959-3BD3-4C7A-8862-28BF55EC563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669" y="2396074"/>
            <a:ext cx="3016306" cy="3016306"/>
          </a:xfrm>
          <a:prstGeom prst="sun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FA313D7-C9E4-46DB-A525-CCA533710975}"/>
              </a:ext>
            </a:extLst>
          </p:cNvPr>
          <p:cNvSpPr/>
          <p:nvPr/>
        </p:nvSpPr>
        <p:spPr>
          <a:xfrm>
            <a:off x="1676401" y="123825"/>
            <a:ext cx="3179684" cy="5697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參、心得</a:t>
            </a:r>
            <a:r>
              <a:rPr lang="zh-TW" altLang="en-US" sz="32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分享</a:t>
            </a:r>
          </a:p>
        </p:txBody>
      </p:sp>
    </p:spTree>
    <p:extLst>
      <p:ext uri="{BB962C8B-B14F-4D97-AF65-F5344CB8AC3E}">
        <p14:creationId xmlns:p14="http://schemas.microsoft.com/office/powerpoint/2010/main" val="15881859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>
            <a:cxnSpLocks/>
          </p:cNvCxnSpPr>
          <p:nvPr/>
        </p:nvCxnSpPr>
        <p:spPr>
          <a:xfrm>
            <a:off x="6096000" y="950455"/>
            <a:ext cx="0" cy="590754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797476" y="950455"/>
            <a:ext cx="800106" cy="634093"/>
          </a:xfrm>
          <a:prstGeom prst="rect">
            <a:avLst/>
          </a:prstGeom>
          <a:noFill/>
        </p:spPr>
        <p:txBody>
          <a:bodyPr vert="eaVert" wrap="none" lIns="91384" tIns="45693" rIns="91384" bIns="45693" rtlCol="0">
            <a:spAutoFit/>
          </a:bodyPr>
          <a:lstStyle/>
          <a:p>
            <a:r>
              <a:rPr lang="zh-TW" alt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死</a:t>
            </a:r>
            <a:endParaRPr lang="zh-CN" altLang="en-US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133441" y="1170879"/>
            <a:ext cx="2400544" cy="5466696"/>
          </a:xfrm>
          <a:prstGeom prst="rect">
            <a:avLst/>
          </a:prstGeom>
          <a:noFill/>
        </p:spPr>
        <p:txBody>
          <a:bodyPr vert="eaVert" wrap="square" lIns="91384" tIns="45693" rIns="91384" bIns="45693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我想告訴孩子們、孫子們，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死亡是日常之中一件事。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如此一來，他們就不會那麼害怕死亡，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會知道要珍惜他人。</a:t>
            </a:r>
            <a:endParaRPr lang="zh-CN" altLang="en-US" sz="1200" b="1" spc="3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3" name="图片 17">
            <a:extLst>
              <a:ext uri="{FF2B5EF4-FFF2-40B4-BE49-F238E27FC236}">
                <a16:creationId xmlns:a16="http://schemas.microsoft.com/office/drawing/2014/main" id="{49A1F43E-B95E-4805-BFE1-5BD4AA1852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6817"/>
          <a:stretch/>
        </p:blipFill>
        <p:spPr>
          <a:xfrm>
            <a:off x="0" y="3800475"/>
            <a:ext cx="5143501" cy="2735460"/>
          </a:xfrm>
          <a:prstGeom prst="rect">
            <a:avLst/>
          </a:prstGeom>
        </p:spPr>
      </p:pic>
      <p:pic>
        <p:nvPicPr>
          <p:cNvPr id="14" name="图片 16">
            <a:extLst>
              <a:ext uri="{FF2B5EF4-FFF2-40B4-BE49-F238E27FC236}">
                <a16:creationId xmlns:a16="http://schemas.microsoft.com/office/drawing/2014/main" id="{D2A4B959-3BD3-4C7A-8862-28BF55EC563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669" y="2396074"/>
            <a:ext cx="3016306" cy="3016306"/>
          </a:xfrm>
          <a:prstGeom prst="sun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914BD10-B00C-4ED9-A44E-5BFADC430041}"/>
              </a:ext>
            </a:extLst>
          </p:cNvPr>
          <p:cNvSpPr/>
          <p:nvPr/>
        </p:nvSpPr>
        <p:spPr>
          <a:xfrm>
            <a:off x="1676401" y="123825"/>
            <a:ext cx="3179684" cy="5697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參、心得</a:t>
            </a:r>
            <a:r>
              <a:rPr lang="zh-TW" altLang="en-US" sz="32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分享</a:t>
            </a:r>
          </a:p>
        </p:txBody>
      </p:sp>
    </p:spTree>
    <p:extLst>
      <p:ext uri="{BB962C8B-B14F-4D97-AF65-F5344CB8AC3E}">
        <p14:creationId xmlns:p14="http://schemas.microsoft.com/office/powerpoint/2010/main" val="34375343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>
            <a:cxnSpLocks/>
          </p:cNvCxnSpPr>
          <p:nvPr/>
        </p:nvCxnSpPr>
        <p:spPr>
          <a:xfrm>
            <a:off x="6096000" y="950455"/>
            <a:ext cx="0" cy="590754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797476" y="950455"/>
            <a:ext cx="800106" cy="634093"/>
          </a:xfrm>
          <a:prstGeom prst="rect">
            <a:avLst/>
          </a:prstGeom>
          <a:noFill/>
        </p:spPr>
        <p:txBody>
          <a:bodyPr vert="eaVert" wrap="none" lIns="91384" tIns="45693" rIns="91384" bIns="45693" rtlCol="0">
            <a:spAutoFit/>
          </a:bodyPr>
          <a:lstStyle/>
          <a:p>
            <a:r>
              <a:rPr lang="zh-TW" alt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死</a:t>
            </a:r>
            <a:endParaRPr lang="zh-CN" altLang="en-US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94526" y="1594165"/>
            <a:ext cx="1846546" cy="5053261"/>
          </a:xfrm>
          <a:prstGeom prst="rect">
            <a:avLst/>
          </a:prstGeom>
          <a:noFill/>
        </p:spPr>
        <p:txBody>
          <a:bodyPr vert="eaVert" wrap="square" lIns="91384" tIns="45693" rIns="91384" bIns="45693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現在我能夠很有自信地說，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直到今日的人生，非常圓滿。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就在這裡向大家說再見了。</a:t>
            </a:r>
            <a:endParaRPr lang="zh-CN" altLang="en-US" sz="1200" b="1" spc="3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3" name="图片 17">
            <a:extLst>
              <a:ext uri="{FF2B5EF4-FFF2-40B4-BE49-F238E27FC236}">
                <a16:creationId xmlns:a16="http://schemas.microsoft.com/office/drawing/2014/main" id="{49A1F43E-B95E-4805-BFE1-5BD4AA1852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6817"/>
          <a:stretch/>
        </p:blipFill>
        <p:spPr>
          <a:xfrm>
            <a:off x="0" y="3800475"/>
            <a:ext cx="5143501" cy="2735460"/>
          </a:xfrm>
          <a:prstGeom prst="rect">
            <a:avLst/>
          </a:prstGeom>
        </p:spPr>
      </p:pic>
      <p:pic>
        <p:nvPicPr>
          <p:cNvPr id="14" name="图片 16">
            <a:extLst>
              <a:ext uri="{FF2B5EF4-FFF2-40B4-BE49-F238E27FC236}">
                <a16:creationId xmlns:a16="http://schemas.microsoft.com/office/drawing/2014/main" id="{D2A4B959-3BD3-4C7A-8862-28BF55EC563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669" y="2396074"/>
            <a:ext cx="3016306" cy="3016306"/>
          </a:xfrm>
          <a:prstGeom prst="sun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158A21E4-0EEF-4BBC-803A-FC5DCC19C939}"/>
              </a:ext>
            </a:extLst>
          </p:cNvPr>
          <p:cNvSpPr txBox="1"/>
          <p:nvPr/>
        </p:nvSpPr>
        <p:spPr>
          <a:xfrm>
            <a:off x="6763406" y="4749554"/>
            <a:ext cx="461665" cy="16520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TW" altLang="en-US" b="1" dirty="0">
                <a:latin typeface="DengXian" panose="02010600030101010101" pitchFamily="2" charset="-122"/>
                <a:ea typeface="DengXian" panose="02010600030101010101" pitchFamily="2" charset="-122"/>
              </a:rPr>
              <a:t>二</a:t>
            </a:r>
            <a:r>
              <a:rPr lang="en-US" altLang="zh-TW" b="1" dirty="0">
                <a:latin typeface="DengXian" panose="02010600030101010101" pitchFamily="2" charset="-122"/>
                <a:ea typeface="DengXian" panose="02010600030101010101" pitchFamily="2" charset="-122"/>
              </a:rPr>
              <a:t>O</a:t>
            </a:r>
            <a:r>
              <a:rPr lang="zh-TW" altLang="en-US" b="1" dirty="0">
                <a:latin typeface="DengXian" panose="02010600030101010101" pitchFamily="2" charset="-122"/>
                <a:ea typeface="DengXian" panose="02010600030101010101" pitchFamily="2" charset="-122"/>
              </a:rPr>
              <a:t>一八年五月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7EA377B-1190-458B-A6C2-CB2CEC914604}"/>
              </a:ext>
            </a:extLst>
          </p:cNvPr>
          <p:cNvSpPr/>
          <p:nvPr/>
        </p:nvSpPr>
        <p:spPr>
          <a:xfrm>
            <a:off x="1676401" y="123825"/>
            <a:ext cx="3179684" cy="5697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參、心得</a:t>
            </a:r>
            <a:r>
              <a:rPr lang="zh-TW" altLang="en-US" sz="32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分享</a:t>
            </a:r>
          </a:p>
        </p:txBody>
      </p:sp>
    </p:spTree>
    <p:extLst>
      <p:ext uri="{BB962C8B-B14F-4D97-AF65-F5344CB8AC3E}">
        <p14:creationId xmlns:p14="http://schemas.microsoft.com/office/powerpoint/2010/main" val="111534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62FC80D5-8F3B-4197-9E13-44EE815F76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0468"/>
          <a:stretch/>
        </p:blipFill>
        <p:spPr>
          <a:xfrm>
            <a:off x="5040536" y="3285075"/>
            <a:ext cx="7147705" cy="265333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6C791024-B5E4-4AD3-956F-E8916F9CCA1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8836" y="4999049"/>
            <a:ext cx="7707657" cy="207610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46DF501-D3D6-4EFD-BD1D-8C9F86106C1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15030" y="1222119"/>
            <a:ext cx="1007490" cy="105546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2A4F5B7-B378-4A2D-8790-3FBF964135B2}"/>
              </a:ext>
            </a:extLst>
          </p:cNvPr>
          <p:cNvSpPr txBox="1"/>
          <p:nvPr/>
        </p:nvSpPr>
        <p:spPr>
          <a:xfrm>
            <a:off x="2479899" y="1794748"/>
            <a:ext cx="4283056" cy="83094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vert="horz" wrap="square" lIns="91384" tIns="45693" rIns="91384" bIns="45693" rtlCol="0">
            <a:spAutoFit/>
          </a:bodyPr>
          <a:lstStyle/>
          <a:p>
            <a:pPr algn="ctr" defTabSz="609402"/>
            <a:r>
              <a:rPr lang="zh-TW" altLang="en-US" sz="4800" b="1" dirty="0">
                <a:solidFill>
                  <a:srgbClr val="C00000"/>
                </a:solidFill>
                <a:latin typeface="方正兰亭细黑_GBK"/>
                <a:ea typeface="方正兰亭超细黑简体" panose="02000000000000000000" pitchFamily="2" charset="-122"/>
              </a:rPr>
              <a:t>謝謝您的聆聽</a:t>
            </a:r>
            <a:endParaRPr lang="zh-CN" altLang="en-US" sz="4800" b="1" dirty="0">
              <a:solidFill>
                <a:srgbClr val="C00000"/>
              </a:solidFill>
              <a:latin typeface="方正兰亭细黑_GBK"/>
              <a:ea typeface="方正兰亭超细黑简体" panose="02000000000000000000" pitchFamily="2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1EAAC44-870E-4A6C-B89E-C5E626DF9A5A}"/>
              </a:ext>
            </a:extLst>
          </p:cNvPr>
          <p:cNvCxnSpPr>
            <a:cxnSpLocks/>
          </p:cNvCxnSpPr>
          <p:nvPr/>
        </p:nvCxnSpPr>
        <p:spPr>
          <a:xfrm>
            <a:off x="2479899" y="2795541"/>
            <a:ext cx="4283056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CE336B93-A97C-489F-ADF6-89E0839124F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28820" y="3444362"/>
            <a:ext cx="2508719" cy="310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279522"/>
      </p:ext>
    </p:extLst>
  </p:cSld>
  <p:clrMapOvr>
    <a:masterClrMapping/>
  </p:clrMapOvr>
</p:sld>
</file>

<file path=ppt/theme/theme1.xml><?xml version="1.0" encoding="utf-8"?>
<a:theme xmlns:a="http://schemas.openxmlformats.org/drawingml/2006/main" name="第一PPT，www.1ppt.com">
  <a:themeElements>
    <a:clrScheme name="自定义 101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00000"/>
      </a:accent1>
      <a:accent2>
        <a:srgbClr val="C00000"/>
      </a:accent2>
      <a:accent3>
        <a:srgbClr val="C00000"/>
      </a:accent3>
      <a:accent4>
        <a:srgbClr val="A5A5A5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1032</Words>
  <Application>Microsoft Office PowerPoint</Application>
  <PresentationFormat>寬螢幕</PresentationFormat>
  <Paragraphs>187</Paragraphs>
  <Slides>31</Slides>
  <Notes>31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44" baseType="lpstr">
      <vt:lpstr>DengXian</vt:lpstr>
      <vt:lpstr>DengXian</vt:lpstr>
      <vt:lpstr>等线 Light</vt:lpstr>
      <vt:lpstr>方正姚体</vt:lpstr>
      <vt:lpstr>宋体</vt:lpstr>
      <vt:lpstr>方正兰亭细黑_GBK</vt:lpstr>
      <vt:lpstr>方正兰亭超细黑简体</vt:lpstr>
      <vt:lpstr>新細明體</vt:lpstr>
      <vt:lpstr>標楷體</vt:lpstr>
      <vt:lpstr>Arial</vt:lpstr>
      <vt:lpstr>Calibri</vt:lpstr>
      <vt:lpstr>Calibri Light</vt:lpstr>
      <vt:lpstr>第一PPT，www.1ppt.com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陳昱儒</cp:lastModifiedBy>
  <cp:revision>30</cp:revision>
  <dcterms:created xsi:type="dcterms:W3CDTF">2020-12-09T13:01:13Z</dcterms:created>
  <dcterms:modified xsi:type="dcterms:W3CDTF">2020-12-10T03:09:29Z</dcterms:modified>
</cp:coreProperties>
</file>